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Requires iverilog on PATH (apt install iverilog).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module6/examples/subsets/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module6/examples/design_recap/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module6/examples/assertions/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module6/examples/version_summary/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module6/examples/migration/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module6/examples/logic_single_driver/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module6/examples/priority_case/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module6/examples/package_import/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module6/examples/unique_case/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6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IEEE 1800-2017 (Current SystemVerilog)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current SystemVerilog standard (IEEE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1800-2017): unified LRM, merged Verilog and SystemV…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the current SystemVerilog standard (IEEE 1800-2017): unified LRM, merged Verilog and SystemVerilog, and design/verification overview.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IEEE Std 1800-2017, the current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SystemVerilog standard. In 1800-2017, the Verilo…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1800-2017 Context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Before 2017: IEEE 1364 defined Verilog; IEEE 1800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defined SystemVerilog (extending 1364). Two docum…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1800-2017: One LRM (IEEE 1800-2017) defines both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Verilog subset and SystemVerilog. IEEE 1364 is…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Implication: When you say "IEEE 1800-2017," you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referring to the full language (Verilog + Syste…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Structure: Single LRM; consistent numbering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cross-references; Verilog and SystemVerilog in one…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Clarifications: Scheduling, generate, interfaces,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assertions, coverage, DPI, and many other areas 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Corrections: Errata and ambiguous cases addressed.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1800-2017 Context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Additions: Any new or clarified features in the 2017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edition (check LRM for specifics; often increm…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separate 1364: For new work, use 1800-2017;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legacy "1364-only" is the subset of 1800 that omits…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 and testbenches written for 1364-1995 through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1800-2012 remain valid in 1800-2017 when they use…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Adopt 2017 as the reference standard for new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projects unless a project or tool explicitly targets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Verilog as a Subset of 1800-2017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Modules, ports: ANSI or non-ANSI (1364-1995 style);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wire, reg.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Procedural blocks: always, initial; always @*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(2001); explicit sensitivity (1995).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SystemVerilog-only: No logic,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always_comb/always_ff, interfaces, packages,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unique/priority case…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When the flow or legacy code requires "Verilog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only" (e.g. synthesis or IP that does not accep…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logic, always_comb, always_ff, always_latch.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Interfaces and modports.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Verilog as a Subset of 1800-2017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Packages and import.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unique case, priority case.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2-state types (bit, int, etc.) where useful.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When the flow supports SystemVerilog; preferred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new RTL for clarity and tool checking.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Verilog-only (1364 subset): Maximum portability;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tools or IP are Verilog-only.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design (1800 subset): Better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expressiveness and checking; use when the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supports…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Design Constructs in 1800-2017 (Recap and Clarifications)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Rule: logic must have exactly one driver (one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assign, one always block, or one port connection).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2017: Semantics of multiple drivers, resolution,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connection rules are clarified in the LRM.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Intent: Combinational, sequential (flip-flop),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latch; tools can check and warn.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2017: Execution order, sensitivity, and interaction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other processes are clarified.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Bundle signals; modports define direction 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role.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2017: Interface connection, parameterization,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modport rules are refined.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Design Constructs in 1800-2017 (Recap and Clarifications)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Shared types, constants, functions; explicit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namespace.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2017: Import scope, search order, and compilation-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unit interaction are clarified.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Semantics: At most one match (unique) or first match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wins (priority); runtime checks possible.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2017: Case statement semantics and synthesis mapping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are clarified.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Assertions and Verification in 1800-2017 (Context)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Immediate: `assert (condition);` — executed when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reached; useful for invariants in RTL.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Concurrent: `assert property (...);` — temporal;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used in verification and bind files.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2017: Property syntax, scheduling, and binding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clarified.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Checker: Reusable block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assertions/assumptions/coverage (from 2012);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instantiated or bound.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2017: Checker semantics and instantiation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clarified.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Covergroups, coverpoints: Defined in 1800; used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Assertions and Verification in 1800-2017 (Context)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2017: Coverage options and semantics are refined.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Synthesis and Tool Support (1800-2017)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Generally supported: logic, always_comb, always_ff,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interfaces, packages, generate, parameter, loca…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Often not supported or tool-specific: Classes, full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SVA, dynamic arrays/queues in RTL, virtual inte…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tool docs: Each vendor defines the exact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synthesizable subset for 1800-2017.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1800-2017: Most commercial and several open-source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simulators support a large subset of 1800-2017.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Revisions: Tools may support 2005, 2009, 2012,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2017; choose project standard to match tool and 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Lint: Many tools check 1800-2017 syntax and common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 rules (e.g. single driver, blocking/nonblock…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Synthesis and Tool Support (1800-2017)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Formal: Assertions and checkers are used with formal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tools; 2017 clarifies semantics for consistenc…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Version Timeline Summary (1995 → 2017)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docs/MODULE6.md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6 toolchain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command -v iverilog &gt;/dev/null &amp;&amp; echo "Toolchain ready: $(iverilog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-V 2&gt;&amp;1 | head -1)"</a:t>
            </a:r>
          </a:p>
        </p:txBody>
      </p:sp>
      <p:pic>
        <p:nvPicPr>
          <p:cNvPr id="4" name="Picture 3" descr="module6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Verilog vs SystemVerilog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module6/examples/subsets &amp;&amp; make clean &amp;&amp; make run</a:t>
            </a:r>
          </a:p>
        </p:txBody>
      </p:sp>
      <p:pic>
        <p:nvPicPr>
          <p:cNvPr id="4" name="Picture 3" descr="ex01_sub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Design Constructs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module6/examples/design_recap &amp;&amp; make clean &amp;&amp; make run</a:t>
            </a:r>
          </a:p>
        </p:txBody>
      </p:sp>
      <p:pic>
        <p:nvPicPr>
          <p:cNvPr id="4" name="Picture 3" descr="ex02_design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Immediate Assertion in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module6/examples/assertions &amp;&amp; make clean &amp;&amp; make run</a:t>
            </a:r>
          </a:p>
        </p:txBody>
      </p:sp>
      <p:pic>
        <p:nvPicPr>
          <p:cNvPr id="4" name="Picture 3" descr="ex03_asser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Version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module6/examples/version_summary &amp;&amp; make clean &amp;&amp; make run</a:t>
            </a:r>
          </a:p>
        </p:txBody>
      </p:sp>
      <p:pic>
        <p:nvPicPr>
          <p:cNvPr id="4" name="Picture 3" descr="ex04_vers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module6/examples/migration &amp;&amp; make clean &amp;&amp; make run</a:t>
            </a:r>
          </a:p>
        </p:txBody>
      </p:sp>
      <p:pic>
        <p:nvPicPr>
          <p:cNvPr id="4" name="Picture 3" descr="ex05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Logic Single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module6/examples/logic_single_driver &amp;&amp; make clean &amp;&amp; make run</a:t>
            </a:r>
          </a:p>
        </p:txBody>
      </p:sp>
      <p:pic>
        <p:nvPicPr>
          <p:cNvPr id="4" name="Picture 3" descr="ex06_logic_single_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Priority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module6/examples/priority_case &amp;&amp; make clean &amp;&amp; make run</a:t>
            </a:r>
          </a:p>
        </p:txBody>
      </p:sp>
      <p:pic>
        <p:nvPicPr>
          <p:cNvPr id="4" name="Picture 3" descr="ex07_priority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Package and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module6/examples/package_import &amp;&amp; make clean &amp;&amp; make run</a:t>
            </a:r>
          </a:p>
        </p:txBody>
      </p:sp>
      <p:pic>
        <p:nvPicPr>
          <p:cNvPr id="4" name="Picture 3" descr="ex08_package_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Unique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module6/examples/unique_case &amp;&amp; make clean &amp;&amp; make run</a:t>
            </a:r>
          </a:p>
        </p:txBody>
      </p:sp>
      <p:pic>
        <p:nvPicPr>
          <p:cNvPr id="4" name="Picture 3" descr="ex09_uniqu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Subset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1800-2017 Design Checklist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Assertion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Table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Assuming 1364 Is Still a Separate Standard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Mixing Revisions in One Project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Ignoring Tool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 in Synthesis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Over-Migrating Legacy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current SystemVerilog standard (IEEE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1800-2017): unified LRM, merged Verilog and SystemV…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module6/CHECKLIST.md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./scripts/module6.sh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