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docs/MODULE6.md — read guides before running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docs/MODULE6.md — read guides before running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— execution and artifact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while running module6/EXAMPLES.md labs.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Requires iverilog on PATH (apt install iverilog).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module6/examples/subsets/README.md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module6/examples/subsets/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module6/examples/design_recap/README.md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module6/examples/design_recap/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module6/examples/assertions/README.md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module6/examples/assertions/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module6/examples/version_summary/README.md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module6/examples/version_summary/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module6/examples/migration/README.md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module6/examples/migration/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module6/examples/logic_single_driver/README.md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module6/examples/logic_single_driver/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module6/examples/priority_case/README.md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module6/examples/priority_case/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module6/examples/package_import/README.md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module6/examples/package_import/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module6/examples/unique_case/README.md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module6/examples/unique_case/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9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3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5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9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1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63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65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6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6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IEEE 1800-2017 (Current SystemVerilog)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the current SystemVerilog standard (IEEE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1800-2017): unified LRM, merged Verilog and SystemV…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Master the current SystemVerilog standard (IEEE 1800-2017): unified LRM, merged Verilog and SystemVerilog, and design/verification overview.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covers IEEE Std 1800-2017, the current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SystemVerilog standard. In 1800-2017, the Verilo…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How to learn this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Suggested learning path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Skim this document — Goal, Overview, and Topics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Covered set the IEEE scope for Module 6.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Study design architecture — See how DUTs, examples,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testbenches fit together under `module6/`.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Work through labs in order — Open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`module6/EXAMPLES.md` and run each `make clean &amp;&amp;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make run` from…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the full module script — `./scripts/module6.sh`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from the repo root to simulate all examples and…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the exercises — Try each exercise in this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document before reading solutions or peeking at…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Suggested learning path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Common Pitfalls — Can you explain each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mistake and the fix?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Self-check — Use `module6/CHECKLIST.md`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starting the next module.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Repository layout (module6/)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IEEE 1800-2017 — current unified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SystemVerilog LRM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Summarizes design subset plus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2017 language updates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module6/examples/ — version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summary, migration,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recap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scripts/module6.sh — current-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standard lab sweep</a:t>
            </a:r>
          </a:p>
        </p:txBody>
      </p:sp>
      <p:pic>
        <p:nvPicPr>
          <p:cNvPr id="4" name="Picture 3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2017 standard in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 is a subset of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SystemVerilog in the 2017 LRM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logic, always_comb/ff, packages,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interfaces — production RTL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baseline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unique case, priority case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prefer over vendor attributes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Course maps 2017 features back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 Modules 4–5 introductions</a:t>
            </a:r>
          </a:p>
        </p:txBody>
      </p:sp>
      <p:pic>
        <p:nvPicPr>
          <p:cNvPr id="4" name="Picture 3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Single-driver and type discipline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logic enforces one driver per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net in synthesizable RTL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import :: scope — shared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enums and parameters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rtl_architecture.png — same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DUT/TB split as earlier modules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RTL block diagram (reference)</a:t>
            </a:r>
          </a:p>
        </p:txBody>
      </p:sp>
      <p:pic>
        <p:nvPicPr>
          <p:cNvPr id="3" name="Picture 2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6: DUT hierarchy and signal 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/ testbench diagram (reference)</a:t>
            </a:r>
          </a:p>
        </p:txBody>
      </p:sp>
      <p:pic>
        <p:nvPicPr>
          <p:cNvPr id="3" name="Picture 2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6: stimulus, observation, and checking.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logic single-driver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/*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IEEE 1800-2017: logic and single driver (2017 clarified)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logic must have exactly one driver; comb and seq in separate blocks.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module comb_block (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logic [7:0] a,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logic [7:0] b,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output logic [7:0] sum,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output logic       eq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assign sum = a + b;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always_comb eq = (a == b);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endmodule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module seq_block (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Execution &amp; simulation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How the example runs (toolchain)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Makefile: Verilator compiles RTL + SystemVerilog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 into a C++ model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sim_main.cpp: generates clk/rst_n, calls eval()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until $finish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Directed test (initial block or C++): drive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stimulus, wait for DUT flags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Self-check: compare outputs; print PASS/FAIL (see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terminal demo slide)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Repo path: module6/examples/&lt;example&gt;/ — run make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 from that directory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Key files to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Open these in the repo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module6/examples/subsets/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module6/examples/design_recap/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module6/examples/version_summary/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scripts/module6.sh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Execution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 run per lab;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./scripts/module6.sh for full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version_summary example prints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construct-by-standard table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Regression before Module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Confirm all 2017-subset examples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compile with your simulator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CHECKLIST.md — ready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compare versions in Module 7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Version summary runner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/*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IEEE 1800-2017: Version timeline summary (1995 -&gt; 2017)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Small design using 2017 subset; display reminds which standard added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what.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module mux_2017 (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logic [1:0] sel,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logic [7:0] a,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logic [7:0] b,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logic [7:0] c,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logic [7:0] d,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output logic [7:0] y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always_comb begin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unique case (sel)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2'b00: y = a;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Protocol &amp; design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Unified LRM (2017)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Before 2017: IEEE 1364 defined Verilog; IEEE 1800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defined SystemVerilog (extending 1364). Two docum…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1800-2017: One LRM (IEEE 1800-2017) defines both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Verilog subset and SystemVerilog. IEEE 1364 is…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Implication: When you say "IEEE 1800-2017," you are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referring to the full language (Verilog + Syste…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What 1800-2017 Adds or Clarifies Over 2012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Structure: Single LRM; consistent numbering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cross-references; Verilog and SystemVerilog in one…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Clarifications: Scheduling, generate, interfaces,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assertions, coverage, DPI, and many other areas r…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Corrections: Errata and ambiguous cases addressed.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Additions: Any new or clarified features in the 2017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edition (check LRM for specifics; often increm…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What 1800-2017 Adds or Clarifies Over 2012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separate 1364: For new work, use 1800-2017;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legacy "1364-only" is the subset of 1800 that omits…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Backward Compatibility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RTL and testbenches written for 1364-1995 through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1800-2012 remain valid in 1800-2017 when they use…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Adopt 2017 as the reference standard for new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projects unless a project or tool explicitly targets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Verilog Subset (Design)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Modules, ports: ANSI or non-ANSI (1364-1995 style);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wire, reg.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Procedural blocks: always, initial; always @*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(2001); explicit sensitivity (1995).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SystemVerilog-only: No logic,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always_comb/always_ff, interfaces, packages,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unique/priority case…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Use: When the flow or legacy code requires "Verilog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only" (e.g. synthesis or IP that does not accep…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SystemVerilog Design Subset (1800)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logic, always_comb, always_ff, always_latch.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Interfaces and modports.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Packages and import.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unique case, priority case.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SystemVerilog Design Subset (1800)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2-state types (bit, int, etc.) where useful.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Use: When the flow supports SystemVerilog; preferred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new RTL for clarity and tool checking.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Choosing a Subset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Verilog-only (1364 subset): Maximum portability; 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when tools or IP are Verilog-only.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design (1800 subset): Better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expressiveness and checking; use when the flow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supports…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logic and Single Driver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Rule: logic must have exactly one driver (one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assign, one always block, or one port connection).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2017: Semantics of multiple drivers, resolution,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connection rules are clarified in the LRM.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always_comb, always_ff, always_latch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Intent: Combinational, sequential (flip-flop),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latch; tools can check and warn.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2017: Execution order, sensitivity, and interaction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with other processes are clarified.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Interfaces and Modports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Use: Bundle signals; modports define direction per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role.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2017: Interface connection, parameterization,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modport rules are refined.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Packages and import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Use: Shared types, constants, functions; explicit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namespace.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2017: Import scope, search order, and compilation-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unit interaction are clarified.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unique case and priority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Semantics: At most one match (unique) or first match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wins (priority); runtime checks possible.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2017: Case statement semantics and synthesis mapping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are clarified.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Immediate and Concurrent Assertions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Immediate: `assert (condition);` — executed when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reached; useful for invariants in RTL.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Concurrent: `assert property (...);` — temporal;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used in verification and bind files.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2017: Property syntax, scheduling, and binding are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clarified.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Checkers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Checker: Reusable block of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assertions/assumptions/coverage (from 2012);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instantiated or bound.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2017: Checker semantics and instantiation are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clarified.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Covergroups, coverpoints: Defined in 1800; used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2017: Coverage options and semantics are refined.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Synthesizable Subset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Generally supported: logic, always_comb, always_ff,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interfaces, packages, generate, parameter, loca…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Often not supported or tool-specific: Classes, full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SVA, dynamic arrays/queues in RTL, virtual inte…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 tool docs: Each vendor defines the exact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synthesizable subset for 1800-2017.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Simulation 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1800-2017: Most commercial and several open-source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simulators support a large subset of 1800-2017.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Revisions: Tools may support 2005, 2009, 2012,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2017; choose project standard to match tool and I…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Linting and Formal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Lint: Many tools check 1800-2017 syntax and common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RTL rules (e.g. single driver, blocking/nonblock…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Formal: Assertions and checkers are used with formal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tools; 2017 clarifies semantics for consistenc…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Choosing a Standard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Legacy or Verilog-only flow: Use 1364-2005 subset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(no SystemVerilog) or document "Verilog as per 18…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New RTL with SystemVerilog: Use 1800-2017 (or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2012/2009 if tool lags); adopt logic,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always_comb/alw…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Verification: Use 1800-2017 (or supported revision)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SVA, checkers, coverage, classes.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Single revision: Prefer one stated revision (e.g.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"1800-2017") for the project to avoid mixed seman…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Migration (Brief)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1364 → 1800 design: Replace wire/reg with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(single driver); always @* → always_comb; always @(…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Older 1800 → 2017: Most code remains valid; adopt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2017 clarifications and any new features the proj…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 support: Confirm simulator and synthesis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support for the chosen revision before locking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flow (reference)</a:t>
            </a:r>
          </a:p>
        </p:txBody>
      </p:sp>
      <p:pic>
        <p:nvPicPr>
          <p:cNvPr id="3" name="Picture 2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Stimulus, DUT response, and check points for this module.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IEEE 1800-2017 Context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Before 2017: IEEE 1364 defined Verilog; IEEE 1800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defined SystemVerilog (extending 1364). Two docum…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1800-2017: One LRM (IEEE 1800-2017) defines both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Verilog subset and SystemVerilog. IEEE 1364 is…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Implication: When you say "IEEE 1800-2017," you are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referring to the full language (Verilog + Syste…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Structure: Single LRM; consistent numbering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cross-references; Verilog and SystemVerilog in one…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Clarifications: Scheduling, generate, interfaces,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assertions, coverage, DPI, and many other areas r…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Corrections: Errata and ambiguous cases addressed.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IEEE 1800-2017 Context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Additions: Any new or clarified features in the 2017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edition (check LRM for specifics; often increm…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separate 1364: For new work, use 1800-2017;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legacy "1364-only" is the subset of 1800 that omits…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RTL and testbenches written for 1364-1995 through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1800-2012 remain valid in 1800-2017 when they use…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Adopt 2017 as the reference standard for new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projects unless a project or tool explicitly targets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Verilog as a Subset of 1800-2017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Modules, ports: ANSI or non-ANSI (1364-1995 style);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wire, reg.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Procedural blocks: always, initial; always @*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(2001); explicit sensitivity (1995).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SystemVerilog-only: No logic,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always_comb/always_ff, interfaces, packages,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unique/priority case…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Use: When the flow or legacy code requires "Verilog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only" (e.g. synthesis or IP that does not accep…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logic, always_comb, always_ff, always_latch.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Interfaces and modports.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Verilog as a Subset of 1800-2017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Packages and import.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unique case, priority case.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2-state types (bit, int, etc.) where useful.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Use: When the flow supports SystemVerilog; preferred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new RTL for clarity and tool checking.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Verilog-only (1364 subset): Maximum portability; 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when tools or IP are Verilog-only.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design (1800 subset): Better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expressiveness and checking; use when the flow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supports…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Design Constructs in 1800-2017 (Recap and Clarifications)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Rule: logic must have exactly one driver (one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assign, one always block, or one port connection).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2017: Semantics of multiple drivers, resolution,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connection rules are clarified in the LRM.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Intent: Combinational, sequential (flip-flop),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latch; tools can check and warn.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2017: Execution order, sensitivity, and interaction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with other processes are clarified.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Use: Bundle signals; modports define direction per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role.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2017: Interface connection, parameterization,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modport rules are refined.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Design Constructs in 1800-2017 (Recap and Clarifications)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Use: Shared types, constants, functions; explicit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namespace.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2017: Import scope, search order, and compilation-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unit interaction are clarified.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Semantics: At most one match (unique) or first match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wins (priority); runtime checks possible.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2017: Case statement semantics and synthesis mapping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are clarified.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Assertions and Verification in 1800-2017 (Context)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Immediate: `assert (condition);` — executed when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reached; useful for invariants in RTL.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Concurrent: `assert property (...);` — temporal;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used in verification and bind files.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2017: Property syntax, scheduling, and binding are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clarified.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Checker: Reusable block of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assertions/assumptions/coverage (from 2012);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instantiated or bound.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2017: Checker semantics and instantiation are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clarified.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Covergroups, coverpoints: Defined in 1800; used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Assertions and Verification in 1800-2017 (Context)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2017: Coverage options and semantics are refined.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Synthesis and Tool Support (1800-2017)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Generally supported: logic, always_comb, always_ff,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interfaces, packages, generate, parameter, loca…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Often not supported or tool-specific: Classes, full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SVA, dynamic arrays/queues in RTL, virtual inte…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 tool docs: Each vendor defines the exact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synthesizable subset for 1800-2017.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1800-2017: Most commercial and several open-source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simulators support a large subset of 1800-2017.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Revisions: Tools may support 2005, 2009, 2012,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2017; choose project standard to match tool and I…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Lint: Many tools check 1800-2017 syntax and common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RTL rules (e.g. single driver, blocking/nonblock…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Synthesis and Tool Support (1800-2017)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Formal: Assertions and checkers are used with formal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tools; 2017 clarifies semantics for consistenc…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Version Timeline Summary (1995 → 2017)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migration: 1364-1995 → 2001 → 2005 (Verilog);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then 1800-2005 → 2009 → 2012 → 2017 (SystemVer…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Choosing a Standard and Migration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Legacy or Verilog-only flow: Use 1364-2005 subset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(no SystemVerilog) or document "Verilog as per 18…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New RTL with SystemVerilog: Use 1800-2017 (or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2012/2009 if tool lags); adopt logic,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always_comb/alw…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Verification: Use 1800-2017 (or supported revision)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SVA, checkers, coverage, classes.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Single revision: Prefer one stated revision (e.g.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"1800-2017") for the project to avoid mixed seman…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1364 → 1800 design: Replace wire/reg with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(single driver); always @* → always_comb; always @(…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Older 1800 → 2017: Most code remains valid; adopt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2017 clarifications and any new features the proj…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Choosing a Standard and Migration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 support: Confirm simulator and synthesis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support for the chosen revision before locking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1800-2017 as the Single Reference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One LRM: For any question on Verilog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SystemVerilog syntax/semantics, 1800-2017 is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single ref…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Subsets: Define project subsets explicitly (e.g.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"1800-2017 design subset, no SVA in RTL") so that…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Future revisions: New IEEE 1800 revisions (e.g.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2024+) will extend 2017; the version-centric approa…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Same small design: one file using only 1364-style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(wire/reg, always @*), one using 1800 design (log…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Concepts: 1364 subset vs 1800 design subset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within 1800-2017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One module using logic, always_comb, always_ff,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package, unique case (all 1800-2017 compliant)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1800-2017 as the Single Reference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Concepts: Current standard design subset in 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place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 invariant (e.g. one-hot state) with assert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Concepts: Synthesizable RTL + assertion; 2017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semantics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Table or script that lists which construct belongs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 which standard (1995–2017)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Concepts: Full version timeline; choosing 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standard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Same 4:1 mux in 1364-2005 style vs 1800-2017 style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(wire/reg→logic, always @*→always_comb, unique c…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1800-2017 as the Single Reference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Concepts: Step-by-step migration from 1364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1800 design subset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Comb and seq blocks; each logic has exactly 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driver (2017 clarified)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Concepts: Single driver for logic; assign,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always_comb, always_ff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Priority encoder using priority case (first match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wins)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Concepts: priority case; 2017 semantics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encoders/arbiters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Shared types and parameters in package; import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 and 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1800-2017 as the Single Reference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Concepts: Package and import; 2017 scope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search order clarifications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Decoder with unique case and default (no latch)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Concepts: unique case; at most one match; 2017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clarified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alu_2017.sv: Small ALU with logic, always_comb,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package type, optional immediate assertion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Example: Current standard design subset; no legacy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1364-only constructs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design_block_2017.sv: Block using 1800-2017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constructs (logic, always_comb/always_ff, packag…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1800-2017 as the Single Reference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Example: Interface-style or block-level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connectivity; 2017 design subset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fsm_2017.sv: FSM with unique case and one immediate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assertion (state encoding)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Example: 1800-2017 RTL; assertion for invariant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test_alu_2017.sv: ALU testbench (1800-2017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compatible)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Features: Exercises `dut/alu_2017.sv`; no use of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deprecated or non-2017 constructs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6 toolchain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command -v iverilog &gt;/dev/null &amp;&amp; echo "Toolchain ready: $(iverilog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-V 2&gt;&amp;1 | head -1)"</a:t>
            </a:r>
          </a:p>
        </p:txBody>
      </p:sp>
      <p:pic>
        <p:nvPicPr>
          <p:cNvPr id="4" name="Picture 3" descr="module6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1: Same small design: one file using only 1364-style (wire/re…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1364 subset vs 1800 design subset within 1800-2017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Same small design: one file using only 1364-style (wire/reg, al…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module6/examples/subsets &amp;&amp; make clean &amp;&amp; make run</a:t>
            </a:r>
          </a:p>
        </p:txBody>
      </p:sp>
      <p:pic>
        <p:nvPicPr>
          <p:cNvPr id="4" name="Picture 3" descr="ex01_subs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2: One module using logic, always_comb, always_ff, package, u…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Current standard design subset in one 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One module using logic, always_comb, always_ff, package, unique…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module6/examples/design_recap &amp;&amp; make clean &amp;&amp; make run</a:t>
            </a:r>
          </a:p>
        </p:txBody>
      </p:sp>
      <p:pic>
        <p:nvPicPr>
          <p:cNvPr id="4" name="Picture 3" descr="ex02_design_rec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3: Simple invariant (e.g. one-hot state) with assert in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Synthesizable RTL + assertion; 2017 semantics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Simple invariant (e.g. one-hot state) with assert in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module6/examples/assertions &amp;&amp; make clean &amp;&amp; make run</a:t>
            </a:r>
          </a:p>
        </p:txBody>
      </p:sp>
      <p:pic>
        <p:nvPicPr>
          <p:cNvPr id="4" name="Picture 3" descr="ex03_asser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4: Table or script that lists which construct belongs to whic…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Full version timeline; choosing a standard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Table or script that lists which construct belongs to which sta…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module6/examples/version_summary &amp;&amp; make clean &amp;&amp; make run</a:t>
            </a:r>
          </a:p>
        </p:txBody>
      </p:sp>
      <p:pic>
        <p:nvPicPr>
          <p:cNvPr id="4" name="Picture 3" descr="ex04_version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5: Same 4:1 mux in 1364-2005 style vs 1800-2017 style (wire/r…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Step-by-step migration from 1364 to 1800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subset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Same 4:1 mux in 1364-2005 style vs 1800-2017 style (wire/reg→lo…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module6/examples/migration &amp;&amp; make clean &amp;&amp; make run</a:t>
            </a:r>
          </a:p>
        </p:txBody>
      </p:sp>
      <p:pic>
        <p:nvPicPr>
          <p:cNvPr id="4" name="Picture 3" descr="ex05_mi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6: Comb and seq blocks; each logic has exactly one driver (20…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Single driver for logic; assign, always_comb,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always_ff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Comb and seq blocks; each logic has exactly one driver (2017 cl…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module6/examples/logic_single_driver &amp;&amp; make clean &amp;&amp; make run</a:t>
            </a:r>
          </a:p>
        </p:txBody>
      </p:sp>
      <p:pic>
        <p:nvPicPr>
          <p:cNvPr id="4" name="Picture 3" descr="ex06_logic_single_dri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7: Priority encoder using priority case (first match wins)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priority case; 2017 semantics for encoders/arbiters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Priority encoder using priority case (first match wins)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module6/examples/priority_case &amp;&amp; make clean &amp;&amp; make run</a:t>
            </a:r>
          </a:p>
        </p:txBody>
      </p:sp>
      <p:pic>
        <p:nvPicPr>
          <p:cNvPr id="4" name="Picture 3" descr="ex07_priority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8: Shared types and parameters in package; import in module a…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and import; 2017 scope and search order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clarifications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Shared types and parameters in package; import in module and 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module6/examples/package_import &amp;&amp; make clean &amp;&amp; make run</a:t>
            </a:r>
          </a:p>
        </p:txBody>
      </p:sp>
      <p:pic>
        <p:nvPicPr>
          <p:cNvPr id="4" name="Picture 3" descr="ex08_package_im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9: Decoder with unique case and default (no latch)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unique case; at most one match; 2017 clarified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Decoder with unique case and default (no latch)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module6/examples/unique_case &amp;&amp; make clean &amp;&amp; make run</a:t>
            </a:r>
          </a:p>
        </p:txBody>
      </p:sp>
      <p:pic>
        <p:nvPicPr>
          <p:cNvPr id="4" name="Picture 3" descr="ex09_unique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Common 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Assuming 1364 Is Still a Separate Standard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Citing "IEEE 1364-2005" as the current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Verilog standard for new designs.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1364 is merged into 1800-2017; new work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should reference 1800-2017 (and use a subset if Ve…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Use "1800-2017" as the reference; say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"Verilog subset of 1800-2017" when restricting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no…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Avoids confusion and ensures one LRM for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language questions.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Mixing Revisions in One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Using 1800-2017 in one file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1800-2005-only in another without a clear subset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rule.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Can lead to tool-dependent behavior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subtle bugs.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Define one project standard (e.g.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1800-2017) and a subset (e.g. design only, no SVA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RTL…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Predictable tool behavior and easier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maintenance.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Ignoring Tool 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Writing 1800-2017 syntax that the synthesis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 simulation tool does not support.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Compile or elaboration errors; or tool-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specific interpretation.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Check tool documentation for supported LRM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revision and synthesizable subset; restrict cod…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Ensures portability and correct results.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Assertions in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Expecting concurrent assertions or complex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checkers to be synthesized.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Most assertion/checker logic is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simulation and formal; not for netlist.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Use immediate assertions for simple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invariants if the tool supports them in RTL; keep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heav…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Synthesis tools typically ignore or strip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assertions; RTL should remain synthesizable.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Over-Migrating Legacy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Converting all legacy 1364 RTL to 1800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(logic, interfaces, etc.) without need.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Risk of introducing bugs; effort may not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pay off if the block is stable and Verilog-only i…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Migrate when adding features, fixing bugs,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 when the project standard moves to 1800; oth…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Balance benefit (readability, tool checking)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with risk and effort.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Describe IEEE 1800-2017 as the unified LRM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(Verilog + SystemVerilog in one standard)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Explain "Verilog" as a subset of 1800-2017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when to use Verilog-only vs SystemVerilog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Recap design constructs (logic,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always_comb/always_ff, interfaces, packages,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unique/priority case…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Use immediate assertions in RTL appropriately;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understand SVA/checker context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Summarize the version timeline (1364-1995 through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1800-2017) and choose a standard for a project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Plan simple migration from older Verilog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SystemVerilog to 1800-2017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Subset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1800-2017 Design Checklist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Immediate Assertion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Version Table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Migration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Assuming 1364 Is Still a Separate Standard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Mixing Revisions in One Project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Ignoring Tool Support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Assertions in Synthesis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Over-Migrating Legacy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the current SystemVerilog standard (IEEE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1800-2017): unified LRM, merged Verilog and SystemV…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module6/CHECKLIST.md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module6/EXAMPLES.md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