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module5/examples/operators/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module5/examples/wildcard_only/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module5/examples/range_check/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module5/examples/arrays/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module5/examples/array_param/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module5/examples/checkers/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module5/examples/assert_valid_encoding/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module5/examples/assert_invariant/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1800-2009 and 1800-2012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SystemVerilog revisions IEEE 1800-2009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1800-2012: interface and type refinements, op…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SystemVerilog revisions IEEE 1800-2009 and 1800-2012: interface and type refinements, operator and array enhancements, and asser…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1800-2009 and IEEE Std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1800-2012, the first two major revisions of Syst…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1800-2009 and 1800-2012 Context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Interfaces: Modport expressions, virtual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 (for testbenches), interface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Types and operators: Clarifications; additional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operators and built-in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SVA enhancements; checker concept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(preview)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DPI: Refinements for C/C++ interop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Coverage: Coverage option and syntax clarifications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generate, and other 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1800-2009 and 1800-2012 Context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Checkers: Checker construct for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assertion/coverage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Arrays: Array manipulation methods; array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ordering clarifications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Strings: String methods and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units: Refined rules for $unit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compilation-unit scope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and coverage: Further SVA and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Numerous editorial and semantic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clarifications across the LRM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1800-2009 and 1800-2012 Context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1800-2005 RTL remains valid in 1800-2009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1800-2012.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New features are additive; you adopt them when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 and project support the revision.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 Refinements (2009)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same interface is used with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subsets or derived signals; check tool 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Benefit: Fewer duplicate interface definitions;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clearer connection contract.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Design: Rarely used in RTL; RTL typically connects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a concrete interface instance.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Common in UVM and other 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testbenches; allows one driver class to work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any ins…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Type and Operator Enhancements (2009/2012)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byte, shortint, int, longint: 8, 16, 32, 64 bits;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signed by default.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byte unsigned, int unsigned: Unsigned variants.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 in 2012: Representation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conversion rules; use in RTL for constants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inside: Already in 2005; 2009/2012 clarify 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membership and use with ranges.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equality `==?`: X/Z in the right-hand 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 as “don’t care” in comparisons.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membership and case (inside): Used in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statements and constraints; semantics clarified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Type and Operator Enhancements (2009/2012)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`.size()`, `.delete()`, `.sort()`,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`.reverse()`, etc. (exact set is revision-depende…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`.push_back()`, `.pop_front()`, `.insert()`,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Limited (arrays in RTL are often fixed);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 are common in testbenches and checkers.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Array and String Refinements (2012)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vs unpacked: Assignment rules and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(row-major, etc.) are clarified.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copy: Whole-array assignment and copying;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compatibility of dimensions.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Multi-dimensional arrays (e.g. memories)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parameterized dimensions; follow tool-supp…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Strings: `string` type; methods such as `.len()`,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`.substr()`, `.atoi()`, etc. (as defined in 2012).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Rare (strings are mainly for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file I/O in testbenches).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testbenches: Logging, report generation,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Assertions and Checkers in Context (2009/2012)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assertions: `assert (condition) else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$error("...");` — checked when executed (like 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if-…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assertions: `assert property (@(posedge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clk) (a |-&gt; b));` — checked over time; typically…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Immediate assertions for invariants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one-hot, valid encodings); concurrent asserti…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checker: A reusable unit that can contain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assertions, assumptions, coverage, and helper logic;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Encapsulate a set of properties (e.g.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rules) and reuse across modules or hierarchies.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Design: Checkers can be bound to RTL modules; they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 not change RTL functionality, only add checki…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Assertions and Checkers in Context (2009/2012)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Checkers are typically not synthesized;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they are for simulation and formal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Compilation Units and Scope (2012)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unit: The scope of one or more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files compiled together (tool-defined).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$unit: The compilation-unit scope; declarations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$unit are visible across the unit without import.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practice: Prefer packages and explicit 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 $unit to avoid hidden dependencies and name…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Import: `import pkg::*` or `import pkg::item`; 2012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clarifies visibility and search order.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Keep shared types and functions in packages;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 where needed; avoid relying on $unit for 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Summary: 1800-2005 vs 2009 vs 2012 (Design-Relevant)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docs/MODULE5.md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module5/examples/operators &amp;&amp; make clean &amp;&amp; make run</a:t>
            </a:r>
          </a:p>
        </p:txBody>
      </p:sp>
      <p:pic>
        <p:nvPicPr>
          <p:cNvPr id="4" name="Picture 3" descr="ex01_ope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Wildcard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module5/examples/wildcard_only &amp;&amp; make clean &amp;&amp; make run</a:t>
            </a:r>
          </a:p>
        </p:txBody>
      </p:sp>
      <p:pic>
        <p:nvPicPr>
          <p:cNvPr id="4" name="Picture 3" descr="ex02_wildcar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Range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module5/examples/range_check &amp;&amp; make clean &amp;&amp; make run</a:t>
            </a:r>
          </a:p>
        </p:txBody>
      </p:sp>
      <p:pic>
        <p:nvPicPr>
          <p:cNvPr id="4" name="Picture 3" descr="ex03_rang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Arrays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module5/examples/arrays &amp;&amp; make clean &amp;&amp; make run</a:t>
            </a:r>
          </a:p>
        </p:txBody>
      </p:sp>
      <p:pic>
        <p:nvPicPr>
          <p:cNvPr id="4" name="Picture 3" descr="ex04_arr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Array 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module5/examples/array_param &amp;&amp; make clean &amp;&amp; make run</a:t>
            </a:r>
          </a:p>
        </p:txBody>
      </p:sp>
      <p:pic>
        <p:nvPicPr>
          <p:cNvPr id="4" name="Picture 3" descr="ex05_array_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module5/examples/checkers &amp;&amp; make clean &amp;&amp; make run</a:t>
            </a:r>
          </a:p>
        </p:txBody>
      </p:sp>
      <p:pic>
        <p:nvPicPr>
          <p:cNvPr id="4" name="Picture 3" descr="ex06_che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Assert Valid 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module5/examples/assert_valid_encoding &amp;&amp; make clean &amp;&amp; make run</a:t>
            </a:r>
          </a:p>
        </p:txBody>
      </p:sp>
      <p:pic>
        <p:nvPicPr>
          <p:cNvPr id="4" name="Picture 3" descr="ex07_assert_valid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Assert Invariant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module5/examples/assert_invariant &amp;&amp; make clean &amp;&amp; make run</a:t>
            </a:r>
          </a:p>
        </p:txBody>
      </p:sp>
      <p:pic>
        <p:nvPicPr>
          <p:cNvPr id="4" name="Picture 3" descr="ex08_assert_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module5/examples/summary &amp;&amp; make clean &amp;&amp; make run</a:t>
            </a:r>
          </a:p>
        </p:txBody>
      </p:sp>
      <p:pic>
        <p:nvPicPr>
          <p:cNvPr id="4" name="Picture 3" descr="ex09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inside and ==?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(2009)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(2012)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Assuming 2009/2012 Features in an 2005-Only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 in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 in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$unit vs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SystemVerilog revisions IEEE 1800-2009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1800-2012: interface and type refinements, op…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./scripts/module5.sh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