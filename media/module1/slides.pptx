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module1/examples/modules_ports/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module1/examples/nets_variables/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module1/examples/continuous_assign/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module1/examples/continuous_assign_gates/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module1/examples/adder/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module1/examples/sequential_dff/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module1/examples/delays_timing/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module1/examples/testbenches/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1364-1995 (Verilog-95)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standardized Verilog language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1364-1995) and its core syntax for RTL design…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first standardized Verilog language (IEEE 1364-1995) and its core syntax for RTL design and simulation.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establishes the foundation for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Verilog/SystemVerilog version-centric course.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You'll…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1364-1995 Context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and hierarchy: Module declaration,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list,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Nets: `wire` (and `wand`, `wor`, `tri`; rarely used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RTL)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Variables: `reg` for procedural assignment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assignment: `assign` for combinational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blocks: `always`, `initial` with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sensitivity lists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Delays and timing: `#`, `@`, `wait`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1364-1995 Context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and functions: Non-ANSI style (declarations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separate from port list)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`$display`, `$monitor`, `$finish`,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`$stop`, `$time`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ANSI-style port declarations (added in 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**`always @*`** (added in 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generate (added in 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signed keyword, no multi-dimensional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(1364-2001)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1364-1995 Context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 `always_comb`,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`always_ff`, interfaces, packages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Modules, Ports, and Hierarchy (1364-1995)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list: Only port names: `(a, b, y)`.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direction: Declared inside the module: `input`,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`output`.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type: Declared inside the module: `wire`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`reg` (default for `input` is `wire`; for `output`…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port connection: `.port_name(signal_name)`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recommended for readability.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Positional: Order must match port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Nets and Variables: wire and reg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Represents a physical connection between components.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Driven by continuous assignment (`assign`) or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output.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Cannot be assigned inside `always` or `initial` (use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`reg` for that).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Holds a value; can be assigned in `always`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`initial`.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Does not imply a flip-flop; flip-flops come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 @(posedge clk)` (or similar).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Used for outputs that are driven procedurally.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Nets and Variables: wire and reg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Both `wire` and `reg` are 4-state: `0`, `1`, `X`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(unknown), `Z` (high-impedance).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Continuous Assignment (assign)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Right-hand side: Any expression of `wire`/`reg`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operators.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Left-hand side: Must be a `wire` (or similar net).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Procedural Blocks: always and initial (1364-1995)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Repeated execution; sensitivity list defines when 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1364-1995: Sensitivity list is mandatory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 — no `@*`.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blocking `=` for combinational, nonblocking `&lt;=`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sequential (flip-flops).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 (D flip-flop):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`module1/examples/sequential_dff/dff.v`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Runs once at time zero. Used for testbenches: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`$display`, `$finish`.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Delays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`#n`: Delay by `n` time units (e.g. `#10`).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`@(event)`: Wait for event (e.g. `@(posedge clk)`).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`wait(condition)`: Wait until condition is true.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Tasks and Functions (1995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Returns a single value; no delays (zero-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Task: Can have delays and multiple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(output/inout args).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Simple Testbench (1364-1995)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`$display`: Print once.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`$monitor`: Print whenever a listed signal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(optional).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`$finish`: End simulation.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Modules and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module1/examples/modules_ports &amp;&amp; make clean &amp;&amp; make run</a:t>
            </a:r>
          </a:p>
        </p:txBody>
      </p:sp>
      <p:pic>
        <p:nvPicPr>
          <p:cNvPr id="4" name="Picture 3" descr="ex01_modules_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Nets and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module1/examples/nets_variables &amp;&amp; make clean &amp;&amp; make run</a:t>
            </a:r>
          </a:p>
        </p:txBody>
      </p:sp>
      <p:pic>
        <p:nvPicPr>
          <p:cNvPr id="4" name="Picture 3" descr="ex02_net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Continuous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module1/examples/continuous_assign &amp;&amp; make clean &amp;&amp; make run</a:t>
            </a:r>
          </a:p>
        </p:txBody>
      </p:sp>
      <p:pic>
        <p:nvPicPr>
          <p:cNvPr id="4" name="Picture 3" descr="ex03_continuous_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Continuous Assignment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module1/examples/continuous_assign_gates &amp;&amp; make clean &amp;&amp; make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run</a:t>
            </a:r>
          </a:p>
        </p:txBody>
      </p:sp>
      <p:pic>
        <p:nvPicPr>
          <p:cNvPr id="4" name="Picture 3" descr="ex04_continuous_assign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module1/examples/adder &amp;&amp; make clean &amp;&amp; make run</a:t>
            </a:r>
          </a:p>
        </p:txBody>
      </p:sp>
      <p:pic>
        <p:nvPicPr>
          <p:cNvPr id="4" name="Picture 3" descr="ex05_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Procedural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module1/examples/procedural &amp;&amp; make clean &amp;&amp; make run</a:t>
            </a:r>
          </a:p>
        </p:txBody>
      </p:sp>
      <p:pic>
        <p:nvPicPr>
          <p:cNvPr id="4" name="Picture 3" descr="ex06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Sequential D Flip-Flop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module1/examples/sequential_dff &amp;&amp; make clean &amp;&amp; make run</a:t>
            </a:r>
          </a:p>
        </p:txBody>
      </p:sp>
      <p:pic>
        <p:nvPicPr>
          <p:cNvPr id="4" name="Picture 3" descr="ex07_sequential_d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Delays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module1/examples/delays_timing &amp;&amp; make clean &amp;&amp; make run</a:t>
            </a:r>
          </a:p>
        </p:txBody>
      </p:sp>
      <p:pic>
        <p:nvPicPr>
          <p:cNvPr id="4" name="Picture 3" descr="ex08_delays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module1/examples/testbenches &amp;&amp; make clean &amp;&amp; make run</a:t>
            </a:r>
          </a:p>
        </p:txBody>
      </p:sp>
      <p:pic>
        <p:nvPicPr>
          <p:cNvPr id="4" name="Picture 3" descr="ex09_testbe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and Ports (1995)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wire vs reg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Incomplete Sensitivity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Type Mismatch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Never 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2001/SystemVerilog Constructs in 1995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Confusing reg with 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standardized Verilog language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1364-1995) and its core syntax for RTL design…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./scripts/module1.sh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