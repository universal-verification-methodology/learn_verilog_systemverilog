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docs/MODULE2.md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docs/MODULE2.md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module2/examples/ansi_ports/README.md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module2/examples/ansi_ports/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module2/examples/procedural/README.md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module2/examples/procedural/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module2/examples/generate/README.md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module2/examples/generate/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module2/examples/generate_if/README.md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module2/examples/generate_if/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module2/examples/generate_ripple_adder/README.md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module2/examples/generate_ripple_adder/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module2/examples/signed/README.md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module2/examples/signed/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module2/examples/signed_compare/README.md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module2/examples/signed_compare/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module2/examples/decoder/README.md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module2/examples/decoder/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module2/examples/arrays/README.md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module2/examples/arrays/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module2/examples/multi_dim_arrays/README.md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module2/examples/multi_dim_arrays/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module2/examples/parameters/README.md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module2/examples/parameters/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module2/examples/tasks_functions/README.md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module2/examples/tasks_functions/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module2/examples/task_ansi/README.md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module2/examples/task_ansi/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MODULE2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2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1364-2001 (Verilog-2001)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major Verilog update (IEEE 1364-2001)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its additions over 1364-1995: ANSI ports, impl…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major Verilog update (IEEE 1364-2001) and its additions over 1364-1995: ANSI ports, implicit sensitivity, generate, signed types…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1364-2001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(Verilog-2001), the first major revision of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 stand…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2.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`module2/`.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`module2/EXAMPLES.md`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`./scripts/module2.sh`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`module2/CHECKLIST.md`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1364-2001 Context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ANSI-style port declarations: Direction and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(and size) in the port 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**`always @*`**: Implicit sensitivity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combinational logic (no manual list)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generate: Conditional and loop-based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signed: Signed arithmetic and signed nets/variables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Multi-dimensional arrays: e.g. `reg [7:0] mem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[0:255]`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localparam: Named constants that cannot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1364-2001 Context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ANSI-style task/function: Input/output in the header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Other: File I/O improvements, `$signed`/`$unsigned`,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attribute syntax,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SystemVerilog: no `logic`,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`always_comb`/`always_ff`, interfaces, packages,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type parameters or interfaces (those are 1800)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ANSI-Style Port Declarations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 wire: Default for input; can omit `wire`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`input [7:0] a`).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reg: Required when the output is driven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`always`/`initial`.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output wire: When the output is driven only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`assign` or submodule.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behavior; 2001 is more concise and keeps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type in one place.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Implicit Sensitivity: always @*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**`@*` (or `@(*)`**): Sensitive to every signal 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the block (RHS and conditions).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for combinational logic only; do not use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(use `always @(posedge clk)`).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**Prefer `@*`**: For combinational blocks; fewer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errors, easier to maintain.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Explicit list: When targeting strict 1995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compatibility or when a tool does not support `@*`.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Generate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genvar: Loop variable for generate loops; not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runtime variable.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for: Replicates logic/instances; index must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 constant at elaboration.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if / else: Choose one of several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implementations at elaboration.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Signed Types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signed: Affects arithmetic and comparison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expressions involving that net/reg.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Unsigned (default): No sign extension; values 0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2^N-1.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Multi-Dimensional Arrays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(left): `[7:0]` — contiguous bits,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used as a single vector.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Unpacked (right): `[0:255]` — array of elements;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select with one index at a time in 2001.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localparam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parameter: Can be overridden: `#(.WIDTH(16))`.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localparam: Cannot be overridden; often derived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parameters or fixed.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8. ANSI-Style Tasks and Functions (2001)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automatic: Optional; gives automatic storage (re-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entrant). Useful for recursive or concurrent calls.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input/output in header: Cleaner than 1995 style;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avoids duplicate declarations.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In 1364-2001 use `output reg` (not `output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logic`; `logic` is SystemVerilog).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2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2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ANSI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and instantiation with ANSI-style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direction and type in port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ANSI 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module2/examples/ansi_ports &amp;&amp; make clean &amp;&amp; make run</a:t>
            </a:r>
          </a:p>
        </p:txBody>
      </p:sp>
      <p:pic>
        <p:nvPicPr>
          <p:cNvPr id="4" name="Picture 3" descr="ex01_ansi_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always @*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blocks with implicit sensitivity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manual sensitivity list; tool infers from RHS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always @*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module2/examples/procedural &amp;&amp; make clean &amp;&amp; make run</a:t>
            </a:r>
          </a:p>
        </p:txBody>
      </p:sp>
      <p:pic>
        <p:nvPicPr>
          <p:cNvPr id="4" name="Picture 3" descr="ex02_proced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Generate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mux; generate-style parameterization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genvar, elaboration-time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Generate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module2/examples/generate &amp;&amp; make clean &amp;&amp; make run</a:t>
            </a:r>
          </a:p>
        </p:txBody>
      </p:sp>
      <p:pic>
        <p:nvPicPr>
          <p:cNvPr id="4" name="Picture 3" descr="ex03_gene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Generate if/else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Conditional implementation by parameter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USE_CLIP wrap vs saturate)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if/else at elaboration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Generate if/else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module2/examples/generate_if &amp;&amp; make clean &amp;&amp; make run</a:t>
            </a:r>
          </a:p>
        </p:txBody>
      </p:sp>
      <p:pic>
        <p:nvPicPr>
          <p:cNvPr id="4" name="Picture 3" descr="ex04_generate_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Generate Ripple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N-bit ripple-carry adder using generate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(full_adder instances)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 loop, replicated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Generate Ripple 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module2/examples/generate_ripple_adder &amp;&amp; make clean &amp;&amp; make run</a:t>
            </a:r>
          </a:p>
        </p:txBody>
      </p:sp>
      <p:pic>
        <p:nvPicPr>
          <p:cNvPr id="4" name="Picture 3" descr="ex05_generate_ripple_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 reg/wire, $signed/$unsigned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Two's complement arithmetic in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module2/examples/signed &amp;&amp; make clean &amp;&amp; make run</a:t>
            </a:r>
          </a:p>
        </p:txBody>
      </p:sp>
      <p:pic>
        <p:nvPicPr>
          <p:cNvPr id="4" name="Picture 3" descr="ex06_s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Signed vs Unsigned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$signed() in expressions; a &amp;lt; b unsigned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Cast in expressions without changing declaration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Signed vs Unsigned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module2/examples/signed_compare &amp;&amp; make clean &amp;&amp; make run</a:t>
            </a:r>
          </a:p>
        </p:txBody>
      </p:sp>
      <p:pic>
        <p:nvPicPr>
          <p:cNvPr id="4" name="Picture 3" descr="ex07_signed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2:4 decoder with ANSI ports and always @* (case)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Combinational case; one-hot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module2/examples/decoder &amp;&amp; make clean &amp;&amp; make run</a:t>
            </a:r>
          </a:p>
        </p:txBody>
      </p:sp>
      <p:pic>
        <p:nvPicPr>
          <p:cNvPr id="4" name="Picture 3" descr="ex08_deco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Multi-Dimensional Arrays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Memory-style arrays (reg [7:0] mem [0:255]),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indexing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vs unpacked; array indexing rules in 2001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Multi-Dimensional Arrays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module2/examples/arrays &amp;&amp; make clean &amp;&amp; make run</a:t>
            </a:r>
          </a:p>
        </p:txBody>
      </p:sp>
      <p:pic>
        <p:nvPicPr>
          <p:cNvPr id="4" name="Picture 3" descr="ex09_arr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10: Multi-Dim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2x4 buffer using 1D array indexed as row*4+col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Emulating 2D with 1D array; index expression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Multi-Dim 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module2/examples/multi_dim_arrays &amp;&amp; make clean &amp;&amp; make run</a:t>
            </a:r>
          </a:p>
        </p:txBody>
      </p:sp>
      <p:pic>
        <p:nvPicPr>
          <p:cNvPr id="4" name="Picture 3" descr="ex10_multi_dim_arr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11: Parameters and localparam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override, localparam for derived constants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 parameter vs localparam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Parameters and localparam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module2/examples/parameters &amp;&amp; make clean &amp;&amp; make run</a:t>
            </a:r>
          </a:p>
        </p:txBody>
      </p:sp>
      <p:pic>
        <p:nvPicPr>
          <p:cNvPr id="4" name="Picture 3" descr="ex11_parame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12: ANSI Task/Function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Input/output in header, automatic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2001 style vs 1995 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ANSI Task/Function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module2/examples/tasks_functions &amp;&amp; make clean &amp;&amp; make run</a:t>
            </a:r>
          </a:p>
        </p:txBody>
      </p:sp>
      <p:pic>
        <p:nvPicPr>
          <p:cNvPr id="4" name="Picture 3" descr="ex12_tasks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13: ANSI Task with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automatic apply_reset(output reg rn); begin/end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with output argument; testbench reset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ANSI Task with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module2/examples/task_ansi &amp;&amp; make clean &amp;&amp; make run</a:t>
            </a:r>
          </a:p>
        </p:txBody>
      </p:sp>
      <p:pic>
        <p:nvPicPr>
          <p:cNvPr id="4" name="Picture 3" descr="ex13_task_an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Using always @* for Sequential Logic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`always @* q &lt;= d;` intending a flip-flop.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`@*` is for combinational logic; it does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create a clock edge.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`always @(posedge clk)` (and `&lt;=`)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 logic.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Mixing the two causes simulation/synthesis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mismatches and unintended latches.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genvar in Normal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genvar in an always block or initial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genvar is only for generate loops; it does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exist at runtime.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integer or reg for runtime loops;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genvar only inside generate for.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genvar is elaborated away; it is not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 variable.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Overriding localparam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Trying to override localparam 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instantiation (e.g. `#(.MAX(100))`).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localparam cannot be overridden.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parameter for values that must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overridden; use localparam for fixed or derived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The standard does not allow localparam in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 list.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Signed vs Unsigned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Mixing signed and unsigned in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expression without $signed/$unsigned and expecting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Rules for sign extension and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depend on operands.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Be explicit: use signed types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$signed/$unsigned and verify with testbenches.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Implicit mixing leads to wrong arithmetic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 results.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Generate Block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Referencing generate block names or genvar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at runtime.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Generate blocks are elaborated at compile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time; names are for hierarchy.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generate for structure; use normal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variables and blocks for runtime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Generate is not “runtime”; it only affects what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gets instantiated.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Write modules with ANSI-style port declarations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(1364-2001)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`always @*` for combinational logic and avoid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sensitivity-list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generate (for, if/else) for parameterized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conditional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signed types and $signed/$unsigned for 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arithmetic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Declare and use multi-dimensional arrays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memories)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localparam for constants that must not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overridden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Write ANSI-style tasks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Compare 1364-1995 and 1364-2001 and list what 2001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@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Arrays and localparam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always @* for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genvar in Normal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Overriding localparam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Signed vs Unsigned Mix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Generate Block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major Verilog update (IEEE 1364-2001)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its additions over 1364-1995: ANSI ports, impl…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module2/CHECKLIST.md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module2/EXAMPLES.md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