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 iverilog on PATH (apt install iverilog).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module2/examples/ansi_ports/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module2/examples/procedural/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module2/examples/generate/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module2/examples/generate_if/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module2/examples/generate_ripple_adder/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module2/examples/signed/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module2/examples/signed_compare/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module2/examples/decoder/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module2/examples/arrays/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module2/examples/multi_dim_arrays/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module2/examples/parameters/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module2/examples/tasks_functions/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module2/examples/task_ansi/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IEEE 1364-2001 (Verilog-2001)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major Verilog update (IEEE 1364-2001)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its additions over 1364-1995: ANSI ports, impl…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the major Verilog update (IEEE 1364-2001) and its additions over 1364-1995: ANSI ports, implicit sensitivity, generate, signed types…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IEEE Std 1364-2001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(Verilog-2001), the first major revision of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Verilog stand…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1364-2001 Context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ANSI-style port declarations: Direction and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(and size) in the port list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**`always @*`**: Implicit sensitivity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combinational logic (no manual list)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generate: Conditional and loop-based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signed: Signed arithmetic and signed nets/variables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Multi-dimensional arrays: e.g. `reg [7:0] mem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[0:255]`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localparam: Named constants that cannot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overridden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1364-2001 Context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ANSI-style task/function: Input/output in the header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Other: File I/O improvements, `$signed`/`$unsigned`,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attribute syntax, etc.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SystemVerilog: no `logic`,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`always_comb`/`always_ff`, interfaces, packages,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type parameters or interfaces (those are 1800)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ANSI-Style Port Declarations (2001)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 wire: Default for input; can omit `wire`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`input [7:0] a`).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reg: Required when the output is driven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`always`/`initial`.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wire: When the output is driven only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`assign` or submodule.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behavior; 2001 is more concise and keeps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type in one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Implicit Sensitivity: always @* (2001)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**`@*` (or `@(*)`**): Sensitive to every signal 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the block (RHS and conditions).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for combinational logic only; do not use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sequential (use `always @(posedge clk)`).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**Prefer `@*`**: For combinational blocks; fewer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errors, easier to maintain.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Explicit list: When targeting strict 1995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compatibility or when a tool does not support `@*`.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Generate (2001)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genvar: Loop variable for generate loops; not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runtime variable.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for: Replicates logic/instances; index must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 constant at elaboration.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if / else: Choose one of several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implementations at elaboration.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Signed Types (2001)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signed: Affects arithmetic and comparison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expressions involving that net/reg.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Unsigned (default): No sign extension; values 0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2^N-1.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Multi-Dimensional Arrays (2001)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Packed (left): `[7:0]` — contiguous bits, can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used as a single vector.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Unpacked (right): `[0:255]` — array of elements;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select with one index at a time in 2001.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localparam (2001)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parameter: Can be overridden: `#(.WIDTH(16))`.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localparam: Cannot be overridden; often derived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parameters or fixed.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ANSI-Style Tasks and Functions (2001)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automatic: Optional; gives automatic storage (re-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entrant). Useful for recursive or concurrent calls.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input/output in header: Cleaner than 1995 style;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avoids duplicate declarations.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Note: In 1364-2001 use `output reg` (not `output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logic`; `logic` is SystemVerilog).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command -v iverilog &gt;/dev/null &amp;&amp; echo "Toolchain ready: $(iverilog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-V 2&gt;&amp;1 | head -1)"</a:t>
            </a:r>
          </a:p>
        </p:txBody>
      </p:sp>
      <p:pic>
        <p:nvPicPr>
          <p:cNvPr id="4" name="Picture 3" descr="module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ANSI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module2/examples/ansi_ports &amp;&amp; make clean &amp;&amp; make run</a:t>
            </a:r>
          </a:p>
        </p:txBody>
      </p:sp>
      <p:pic>
        <p:nvPicPr>
          <p:cNvPr id="4" name="Picture 3" descr="ex01_ansi_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always @*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module2/examples/procedural &amp;&amp; make clean &amp;&amp; make run</a:t>
            </a:r>
          </a:p>
        </p:txBody>
      </p:sp>
      <p:pic>
        <p:nvPicPr>
          <p:cNvPr id="4" name="Picture 3" descr="ex02_proced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Generate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module2/examples/generate &amp;&amp; make clean &amp;&amp; make run</a:t>
            </a:r>
          </a:p>
        </p:txBody>
      </p:sp>
      <p:pic>
        <p:nvPicPr>
          <p:cNvPr id="4" name="Picture 3" descr="ex03_gen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Generate if/else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module2/examples/generate_if &amp;&amp; make clean &amp;&amp; make run</a:t>
            </a:r>
          </a:p>
        </p:txBody>
      </p:sp>
      <p:pic>
        <p:nvPicPr>
          <p:cNvPr id="4" name="Picture 3" descr="ex04_generate_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Generate Ripple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module2/examples/generate_ripple_adder &amp;&amp; make clean &amp;&amp; make run</a:t>
            </a:r>
          </a:p>
        </p:txBody>
      </p:sp>
      <p:pic>
        <p:nvPicPr>
          <p:cNvPr id="4" name="Picture 3" descr="ex05_generate_ripple_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module2/examples/signed &amp;&amp; make clean &amp;&amp; make run</a:t>
            </a:r>
          </a:p>
        </p:txBody>
      </p:sp>
      <p:pic>
        <p:nvPicPr>
          <p:cNvPr id="4" name="Picture 3" descr="ex06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Signed vs Unsigned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module2/examples/signed_compare &amp;&amp; make clean &amp;&amp; make run</a:t>
            </a:r>
          </a:p>
        </p:txBody>
      </p:sp>
      <p:pic>
        <p:nvPicPr>
          <p:cNvPr id="4" name="Picture 3" descr="ex07_signe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module2/examples/decoder &amp;&amp; make clean &amp;&amp; make run</a:t>
            </a:r>
          </a:p>
        </p:txBody>
      </p:sp>
      <p:pic>
        <p:nvPicPr>
          <p:cNvPr id="4" name="Picture 3" descr="ex08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Multi-Dimensional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module2/examples/arrays &amp;&amp; make clean &amp;&amp; make run</a:t>
            </a:r>
          </a:p>
        </p:txBody>
      </p:sp>
      <p:pic>
        <p:nvPicPr>
          <p:cNvPr id="4" name="Picture 3" descr="ex09_arr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Multi-Dim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module2/examples/multi_dim_arrays &amp;&amp; make clean &amp;&amp; make run</a:t>
            </a:r>
          </a:p>
        </p:txBody>
      </p:sp>
      <p:pic>
        <p:nvPicPr>
          <p:cNvPr id="4" name="Picture 3" descr="ex10_multi_dim_arr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Parameters and localparam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module2/examples/parameters &amp;&amp; make clean &amp;&amp; make run</a:t>
            </a:r>
          </a:p>
        </p:txBody>
      </p:sp>
      <p:pic>
        <p:nvPicPr>
          <p:cNvPr id="4" name="Picture 3" descr="ex11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ANSI Task/Function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module2/examples/tasks_functions &amp;&amp; make clean &amp;&amp; make run</a:t>
            </a:r>
          </a:p>
        </p:txBody>
      </p:sp>
      <p:pic>
        <p:nvPicPr>
          <p:cNvPr id="4" name="Picture 3" descr="ex12_tasks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ANSI Task with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module2/examples/task_ansi &amp;&amp; make clean &amp;&amp; make run</a:t>
            </a:r>
          </a:p>
        </p:txBody>
      </p:sp>
      <p:pic>
        <p:nvPicPr>
          <p:cNvPr id="4" name="Picture 3" descr="ex13_task_an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ANSI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 @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Arrays and localparam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always @* for Sequential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genvar in Normal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Overriding localparam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Signed vs Unsigned Mix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Block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major Verilog update (IEEE 1364-2001)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its additions over 1364-1995: ANSI ports, impl…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module2/CHECKLIST.md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./scripts/module2.sh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