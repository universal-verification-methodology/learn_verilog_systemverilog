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module7/examples/migration_1995_to_2001/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module7/examples/case_versions/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module7/examples/version_table/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module7/examples/version_selection/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module7/examples/migration_checklist/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module7/examples/incremental_migration/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module7/examples/port_style_compare/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module7/examples/no_defparam/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Version Comparison and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Verilog and SystemVerilog across 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side-by-side, plan migration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Verilog and SystemVerilog across IEEE versions side-by-side, plan migration between standards, and choose the right version for you…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ties together Modules 1–6 by comparing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same design across standards (1364-1995 thro…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Side-by-Side Comparison: Same Design Across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docs/MODULE7.md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1364→1800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 &amp;&amp; make clean &amp;&amp; make run</a:t>
            </a:r>
          </a:p>
        </p:txBody>
      </p:sp>
      <p:pic>
        <p:nvPicPr>
          <p:cNvPr id="4" name="Picture 3" descr="ex07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1995→2001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module7/examples/migration_1995_to_2001 &amp;&amp; make clean &amp;&amp; make run</a:t>
            </a:r>
          </a:p>
        </p:txBody>
      </p:sp>
      <p:pic>
        <p:nvPicPr>
          <p:cNvPr id="4" name="Picture 3" descr="ex08_migration_1995_to_2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Case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module7/examples/case_versions &amp;&amp; make clean &amp;&amp; make run</a:t>
            </a:r>
          </a:p>
        </p:txBody>
      </p:sp>
      <p:pic>
        <p:nvPicPr>
          <p:cNvPr id="4" name="Picture 3" descr="ex09_case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module7/examples/version_table &amp;&amp; make clean &amp;&amp; make run</a:t>
            </a:r>
          </a:p>
        </p:txBody>
      </p:sp>
      <p:pic>
        <p:nvPicPr>
          <p:cNvPr id="4" name="Picture 3" descr="ex10_vers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module7/examples/version_selection &amp;&amp; make clean &amp;&amp; make run</a:t>
            </a:r>
          </a:p>
        </p:txBody>
      </p:sp>
      <p:pic>
        <p:nvPicPr>
          <p:cNvPr id="4" name="Picture 3" descr="ex11_version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module7/examples/migration_checklist &amp;&amp; make clean &amp;&amp; make run</a:t>
            </a:r>
          </a:p>
        </p:txBody>
      </p:sp>
      <p:pic>
        <p:nvPicPr>
          <p:cNvPr id="4" name="Picture 3" descr="ex14_migration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Incremental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module7/examples/incremental_migration &amp;&amp; make clean &amp;&amp; make run</a:t>
            </a:r>
          </a:p>
        </p:txBody>
      </p:sp>
      <p:pic>
        <p:nvPicPr>
          <p:cNvPr id="4" name="Picture 3" descr="ex15_incremental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Port Style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module7/examples/port_style_compare &amp;&amp; make clean &amp;&amp; make run</a:t>
            </a:r>
          </a:p>
        </p:txBody>
      </p:sp>
      <p:pic>
        <p:nvPicPr>
          <p:cNvPr id="4" name="Picture 3" descr="ex16_port_sty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No defparam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module7/examples/no_defparam &amp;&amp; make clean &amp;&amp; make run</a:t>
            </a:r>
          </a:p>
        </p:txBody>
      </p:sp>
      <p:pic>
        <p:nvPicPr>
          <p:cNvPr id="4" name="Picture 3" descr="ex17_no_def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Mux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One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Migrating Everything at Once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Ignoring Tool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Breaking Interfaces During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Revisions in One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 Test After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Verilog and SystemVerilog across 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side-by-side, plan migration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./scripts/module7.sh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