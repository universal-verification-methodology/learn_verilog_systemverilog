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docs/MODULE7.md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docs/MODULE7.md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module7/EXAMPLES.md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module7/examples/migration/README.md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module7/examples/migration/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module7/examples/migration_1995_to_2001/README.md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module7/examples/migration_1995_to_2001/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module7/examples/case_versions/README.md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module7/examples/case_versions/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module7/examples/version_table/README.md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module7/examples/version_table/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module7/examples/version_selection/README.md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module7/examples/version_selection/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module7/examples/side_by_side/README.md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module7/examples/side_by_side/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module7/examples/migration_checklist/README.md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module7/examples/migration_checklist/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module7/examples/incremental_migration/README.md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module7/examples/incremental_migration/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module7/examples/port_style_compare/README.md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module7/examples/port_style_compare/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module7/examples/no_defparam/README.md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module7/examples/no_defparam/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MODULE7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3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3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3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4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4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4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4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7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Version Comparison and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Verilog and SystemVerilog across 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versions side-by-side, plan migration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Compare Verilog and SystemVerilog across IEEE versions side-by-side, plan migration between standards, and choose the right version for...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ties together Modules 1–6 by comparing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 same design across standards (1364-1995 thro…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7.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`module7/`.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`module7/EXAMPLES.md`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`./scripts/module7.sh`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side-by-side — Open 1364 and 1800 versions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 the same design and note port style, types, 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`module7/CHECKLIST.md`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(module7/)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Side-by-side 1364 vs 1800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versions of the same designs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module7/dut/ — mux2_1364.v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mux2_1800.sv for direct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examples/side_by_side/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decoder, counter, FSM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pairs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examples/migration/ — step-by-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step 1995 → 2017 patterns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(module7/)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scripts/module7.sh — runs comparison and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Side-by-side comparison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Same behavior, different syntax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— ports, types, procedural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1364: wire/reg, always @(a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b), many scalar ports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1800: logic, always_comb/ff,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 interface for bus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bundles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Testbench can instantiate 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versions and compare outputs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Migration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Inventory features used —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target standard checklist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Migrate ports first (ANSI,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logic), then procedural blocks,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then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Simulate after each step — do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not big-bang rewrite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Document project standard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 support decision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7: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1364 mux — wire/reg and explicit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mux2_1995(a, b, sel, y);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a, b, sel;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y;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wire   a, b, sel;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reg    y;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 @(a or b or sel)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y = sel ? b : 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1800 mux — logic and always_comb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mux2_1800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a, b, sel,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always_comb y = sel ? b : a;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module7/examples/&lt;example&gt;/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module7/dut/mux2_1364.v and mux2_1800.sv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module7/examples/side_by_side/mux2_versions/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module7/examples/migration_checklist/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module7/examples/incremental_migration/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scripts/module7.sh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Comparison test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test_mux2_all.sv — same stimulus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 1364 and 1800 mux; compare 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test_counter_all.sv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reset/enable/wrap behavior must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match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./scripts/module7.sh runs 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migration and comparison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Migration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After each migration step: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must pass with identical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outputs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migration_checklist example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 a template for real projects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Migration checklist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Module 7: Migration checklist reminder (1364 -&gt; 1800 design subset)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Prints steps; full checklist in MODULE7.md.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top;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initial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$display("Module 7: Migration checklist (1364 -&gt; 1800 design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subset)");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Pre: target standard, baseline sim/synth, list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files/hierarchy");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Per-module: ports wire/reg-&gt;logic, @*-&gt;always_comb,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posedge clk-&gt;always_ff");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Per-module: case-&gt;unique/priority case, optional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interface/package, no defparam");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Post: full regression, update style guide, document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1364-only blocks");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See MODULE7.md for full migration checklist.");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Side-by-Side Comparison: Same Design Across 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2:1 Multiplexer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What Changes Across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7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7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Same 2:1 mux in 1364-1995, 1364-2001, 1364-2005, 1800-2005…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style, type, procedural block, one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2:1 mux in 1364-1995, 1364-2001, 1364-2005, 1800-2005 (and…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01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Same counter in 1995, 2001, 2005, 1800-2005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block, reset, parameter/localparam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counter in 1995, 2001, 2005, 1800-2005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02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Same 2:4 decoder in 1995, 2001, 2005, 1800; case vs unique…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style, always @(sel) vs @* vs always_comb,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unique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2:4 decoder in 1995, 2001, 2005, 1800; case vs unique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03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Same 8-bit adder in 1995, 2001, 2005, 1800 (continuous ass…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wire vs logic; assign unchanged across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8-bit adder in 1995, 2001, 2005, 1800 (continuous assign)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04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Same parameterized shift in 1364 (parameter/localparam) vs…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 int, localparam int; same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parameterized shift in 1364 (parameter/localparam) vs 1800…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05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Same master/slave connection: many ports (1364)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list size, direction, reuse; interface (1800)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optional per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master/slave connection: many ports (1364)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06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Before/after: wire/reg, always @* vs logic, always_comb, u…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Order of steps, testing,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Before/after: wire/reg, always @* vs logic, always_comb, unique…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module7/examples/migration &amp;&amp; make clean &amp;&amp; make run</a:t>
            </a:r>
          </a:p>
        </p:txBody>
      </p:sp>
      <p:pic>
        <p:nvPicPr>
          <p:cNvPr id="4" name="Picture 3" descr="ex07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Before: non-ANSI, @(a or b or sel). After: ANSI, always @*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ANSI ports, implicit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Before: non-ANSI, @(a or b or sel). After: ANSI, always @*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module7/examples/migration_1995_to_2001 &amp;&amp; make clean &amp;&amp; make run</a:t>
            </a:r>
          </a:p>
        </p:txBody>
      </p:sp>
      <p:pic>
        <p:nvPicPr>
          <p:cNvPr id="4" name="Picture 3" descr="ex08_migration_1995_to_2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Same 4:1 mux: 1364 case+default vs 1800 unique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case semantics; unique case for tool checking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4:1 mux: 1364 case+default vs 1800 unique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module7/examples/case_versions &amp;&amp; make clean &amp;&amp; make run</a:t>
            </a:r>
          </a:p>
        </p:txBody>
      </p:sp>
      <p:pic>
        <p:nvPicPr>
          <p:cNvPr id="4" name="Picture 3" descr="ex09_case_ver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10: Single reference: construct vs standard (1995–2017)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When each feature was introduced; minimum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Single reference: construct vs standard (1995–2017)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module7/examples/version_table &amp;&amp; make clean &amp;&amp; make run</a:t>
            </a:r>
          </a:p>
        </p:txBody>
      </p:sp>
      <p:pic>
        <p:nvPicPr>
          <p:cNvPr id="4" name="Picture 3" descr="ex10_version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11: Runnable reminder of version-selection checklist (constra…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MODULE7.md for full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Runnable reminder of version-selection checklist (constraints,…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module7/examples/version_selection &amp;&amp; make clean &amp;&amp; make run</a:t>
            </a:r>
          </a:p>
        </p:txBody>
      </p:sp>
      <p:pic>
        <p:nvPicPr>
          <p:cNvPr id="4" name="Picture 3" descr="ex11_version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12: Same D flip-flop in 1995, 2001, 2005, 1800 (sequential bl…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always @(posedge clk) vs always_ff; wire/reg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D flip-flop in 1995, 2001, 2005, 1800 (sequential block st…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12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13: Same tiny FSM in 1364 vs 1800 (case vs unique case, alway…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FSM; 1800 always_ff and unique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tiny FSM in 1364 vs 1800 (case vs unique case, always_ff)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module7/examples/side_by_side &amp;&amp; make clean &amp;&amp; make run</a:t>
            </a:r>
          </a:p>
        </p:txBody>
      </p:sp>
      <p:pic>
        <p:nvPicPr>
          <p:cNvPr id="4" name="Picture 3" descr="ex13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14: Runnable reminder of 1364→1800 migration steps (pre, per-…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MODULE7.md for full migration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Runnable reminder of 1364→1800 migration steps (pre, per-module…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module7/examples/migration_checklist &amp;&amp; make clean &amp;&amp; make run</a:t>
            </a:r>
          </a:p>
        </p:txBody>
      </p:sp>
      <p:pic>
        <p:nvPicPr>
          <p:cNvPr id="4" name="Picture 3" descr="ex14_migration_check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15: Two steps: step1 1364 style, step2 1800 style; same mux,…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Migrate one construct at a time; test after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Two steps: step1 1364 style, step2 1800 style; same mux, compar…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module7/examples/incremental_migration &amp;&amp; make clean &amp;&amp; make run</a:t>
            </a:r>
          </a:p>
        </p:txBody>
      </p:sp>
      <p:pic>
        <p:nvPicPr>
          <p:cNvPr id="4" name="Picture 3" descr="ex15_incremental_mi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16: Same 2:1 mux: non-ANSI (1995) vs ANSI (2001) ports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Port declaration style; no other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Same 2:1 mux: non-ANSI (1995) vs ANSI (2001) ports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module7/examples/port_style_compare &amp;&amp; make clean &amp;&amp; make run</a:t>
            </a:r>
          </a:p>
        </p:txBody>
      </p:sp>
      <p:pic>
        <p:nvPicPr>
          <p:cNvPr id="4" name="Picture 3" descr="ex16_port_sty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17: 1364-2005: parameter override at instantiation #(.WIDTH(n…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defparam deprecated; use instantiation override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1364-2005: parameter override at instantiation #(.WIDTH(n)); av…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module7/examples/no_defparam &amp;&amp; make clean &amp;&amp; make run</a:t>
            </a:r>
          </a:p>
        </p:txBody>
      </p:sp>
      <p:pic>
        <p:nvPicPr>
          <p:cNvPr id="4" name="Picture 3" descr="ex17_no_def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Migrating Everything at Once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Converting a large codebase from 1364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 in one big change.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Hard to debug; regressions are difficult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isolate.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Migrate incrementally (one module or 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 at a time); run regression after each ste…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Reduces risk and keeps a clear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Ignoring Tool Support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Choosing 1800-2017 and using constructs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synthesis or simulator does not support.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Compile or elaboration errors; or tool-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specific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Check tool manuals for supported revision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synthesizable subset; align RTL with that.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Ensures the project builds and matches tool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Breaking Interfaces During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Changing port list or interface of a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while migrating its internals, so that other mo…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Large ripple of changes; integration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Keep external interface (ports or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modport) unchanged during internal migration;…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Limits scope of change and preserves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compatibility with rest of design.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Mixing Revisions in One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1995 ports in one module and 1800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logic in another in the same file without a clear…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Confusing for readers and tools; possible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tool-dependent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one project standard per file (or per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project); document the standard in the style gui…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Consistency and predictable tool behavior.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Forgetting to Test After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Changing syntax (e.g. wire→logic, always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@*→always_comb) and not re-running simulation or…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Subtle bugs (e.g. latch, wrong sensitivity)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can appear.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Run full regression (simulation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synthesis) after every migration step; compare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Catches functional or synthesis differences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early.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Compare the same design across 1364-1995,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1364-2001, 1364-2005, and 1800 (design subset)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list…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Compare connectivity style: many ports (1364) vs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 (1800)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Plan and execute migration from 1364 to 1800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design subset (or between 1364 revisions) using the…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Choose a project standard (revision and subset)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based on tool support and constraints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the version-selection checklist for new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existing projects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Describe how to extend the course when a new 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 revision is released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Side-by-Side Mux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Side-by-Side Connectivity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 One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Migrating Everything at Once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Ignoring Tool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Breaking Interfaces During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Mixing Revisions in One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Forgetting to Test After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Compare Verilog and SystemVerilog across IEEE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versions side-by-side, plan migration between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module7/CHECKLIST.md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module7/EXAMPLES.md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