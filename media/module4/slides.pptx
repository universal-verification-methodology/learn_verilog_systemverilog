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module4/examples/data_types/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module4/examples/logic_ports/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module4/examples/procedural/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module4/examples/always_latch/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module4/examples/one_driver_logic/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module4/examples/typedef_sv/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module4/examples/interfaces/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module4/examples/packages/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module4/examples/package_typedef/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module4/examples/case_unique_priority/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module4/examples/priority_case/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module4/examples/migration/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1800-2005 (SystemVerilog Design Subset)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first SystemVerilog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1800-2005) for RTL design: logic types,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first SystemVerilog standard (IEEE 1800-2005) for RTL design: logic types, always_comb/always_ff, interfaces, packages, and uniq…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1800-2005, the first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standard. It extends Verilog (IEEE 1…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1800-2005 Context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logic: Single type for single-driver nets/variables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(replaces wire/reg in most RTL)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2-state types: `bit`, `int`, `byte`, etc. (mainly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testbenches; some RTL use)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always_comb, always_ff, always_latch: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procedural blocks with tool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and modports: Bundle signals and define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direction per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and import: Shared types, constants,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functions across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case, priority case: Standard semantics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 statements (no tool-specific attributes)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1800-2005 Context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Operators: `inside`, wildcard `==?`, and other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enhancements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Classes, assertions (SVA), coverage,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 (covered in later modules or other courses)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Design/RTL: logic, always_comb/always_ff,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interfaces, packages, unique/priority 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 in depth: Classes, SVA, coverage, constrained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(those are verification-focused)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1364-2005 (Verilog) is a subset of 1800-2005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(SystemVerilog).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 1364-2005 RTL is valid 1800-2005 RTL; you can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migrate incrementally (e.g. wire→logic, always…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logic and 2-State Types (1800)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logic: Replaces `wire` and `reg` when there is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 driver; can be used in both continuous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Rule: A `logic` variable must have exactly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(one assign, or one always block, or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4-state: 0, 1, X, Z (same as wire/reg).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Ports: `input logic`, `output logic`; no need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choose wire vs reg for single-driver ports.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Internal: Use `logic` for single-driver signals;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`wire` only when needed (e.g. multiple drivers…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bit: 2-state (0, 1); no X or Z. Often used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 and for indices.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logic and 2-State Types (1800)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int, byte, shortint, longint: Integer types; 2-state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unless declared with a 4-state base.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Optional (e.g. loop indices,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parameters); many RTL designs use `logic`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`integer`/`r…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always_comb, always_ff, always_latch (1800)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Combinational logic; no storage; outputs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 function of inputs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Sensitivity: Automatically inferred (like `always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@*`); must not contain latches.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check: Simulator/synthesis can warn if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 implies storage or is sensitive to clock edge…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Prefer over `always @*` when the tool supports it: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clearer intent and better checking.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Sequential logic (flip-flops);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nonblocking assignment (`&lt;=`)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Sensitivity: Must list exactly one clock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optionally async reset); no other event controls.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always_comb, always_ff, always_latch (1800)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check: Can warn if blocking assignment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incomplete sensitivity is used.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Explicit latch (level-sensitive storage).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sparingly; usually latches are unintended.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When: When a latch is truly intended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transparent latch); otherwise use always_comb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Prefer always_comb or always_ff;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always_latch only when a latch is desired.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Interfaces and Modports (1800)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Signals: Declared once inside the interface; shared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by all modules that use it.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modport: Defines a view (direction) for a given role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master sees data as output, slave sees 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Port: Single interface port with a modport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`bus_if.master bus`).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Access: `bus.signal_name`; direction is enforced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modport.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interface instance: Connects master and slave;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long port lists.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Packages and import (1800)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Contents: parameter, localparam, typedef, function,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task, etc. (no always blocks).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Scope: Items are in namespace `pkg_util::`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pkg_util::*: Import all names from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package (can cause name clashes).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pkg_util::item: Import specific items; safer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many packages are 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unique case and priority case (1800)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Semantics: At most one case item must match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runtime; if none or more than one matches,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design guarantees at most one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one-hot encoding, mutually exclusive condit…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Can be implemented as parallel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logic; no inferred priority order.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Semantics: The first matching item has priority;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item matches, a runtime error can be reporte…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priority order is intended (e.g. interrupt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mask).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Can be implemented as a priority chain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(if-then-else or similar).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Comparison: 1364-2005 vs 1800-2005 (Design)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docs/MODULE4.md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4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4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logic and 2-State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module4/examples/data_types &amp;&amp; make clean &amp;&amp; make run</a:t>
            </a:r>
          </a:p>
        </p:txBody>
      </p:sp>
      <p:pic>
        <p:nvPicPr>
          <p:cNvPr id="4" name="Picture 3" descr="ex01_data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logic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module4/examples/logic_ports &amp;&amp; make clean &amp;&amp; make run</a:t>
            </a:r>
          </a:p>
        </p:txBody>
      </p:sp>
      <p:pic>
        <p:nvPicPr>
          <p:cNvPr id="4" name="Picture 3" descr="ex02_logic_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always_comb / always_ff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module4/examples/procedural &amp;&amp; make clean &amp;&amp; make run</a:t>
            </a:r>
          </a:p>
        </p:txBody>
      </p:sp>
      <p:pic>
        <p:nvPicPr>
          <p:cNvPr id="4" name="Picture 3" descr="ex03_proced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always_latch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module4/examples/always_latch &amp;&amp; make clean &amp;&amp; make run</a:t>
            </a:r>
          </a:p>
        </p:txBody>
      </p:sp>
      <p:pic>
        <p:nvPicPr>
          <p:cNvPr id="4" name="Picture 3" descr="ex04_always_l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One Driver per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module4/examples/one_driver_logic &amp;&amp; make clean &amp;&amp; make run</a:t>
            </a:r>
          </a:p>
        </p:txBody>
      </p:sp>
      <p:pic>
        <p:nvPicPr>
          <p:cNvPr id="4" name="Picture 3" descr="ex05_one_driv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typedef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module4/examples/typedef_sv &amp;&amp; make clean &amp;&amp; make run</a:t>
            </a:r>
          </a:p>
        </p:txBody>
      </p:sp>
      <p:pic>
        <p:nvPicPr>
          <p:cNvPr id="4" name="Picture 3" descr="ex06_typedef_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Interfaces and Modports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module4/examples/interfaces &amp;&amp; make clean &amp;&amp; make run</a:t>
            </a:r>
          </a:p>
        </p:txBody>
      </p:sp>
      <p:pic>
        <p:nvPicPr>
          <p:cNvPr id="4" name="Picture 3" descr="ex07_inte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Packages and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module4/examples/packages &amp;&amp; make clean &amp;&amp; make run</a:t>
            </a:r>
          </a:p>
        </p:txBody>
      </p:sp>
      <p:pic>
        <p:nvPicPr>
          <p:cNvPr id="4" name="Picture 3" descr="ex08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Package with typedef and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module4/examples/package_typedef &amp;&amp; make clean &amp;&amp; make run</a:t>
            </a:r>
          </a:p>
        </p:txBody>
      </p:sp>
      <p:pic>
        <p:nvPicPr>
          <p:cNvPr id="4" name="Picture 3" descr="ex09_package_type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unique / priority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module4/examples/case_unique_priority &amp;&amp; make clean &amp;&amp; make run</a:t>
            </a:r>
          </a:p>
        </p:txBody>
      </p:sp>
      <p:pic>
        <p:nvPicPr>
          <p:cNvPr id="4" name="Picture 3" descr="ex10_case_unique_pr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priority case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module4/examples/priority_case &amp;&amp; make clean &amp;&amp; make run</a:t>
            </a:r>
          </a:p>
        </p:txBody>
      </p:sp>
      <p:pic>
        <p:nvPicPr>
          <p:cNvPr id="4" name="Picture 3" descr="ex11_priority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Migration from 1364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module4/examples/migration &amp;&amp; make clean &amp;&amp; make run</a:t>
            </a:r>
          </a:p>
        </p:txBody>
      </p:sp>
      <p:pic>
        <p:nvPicPr>
          <p:cNvPr id="4" name="Picture 3" descr="ex12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 and always_comb/always_ff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Drivers 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always_comb with Latched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Wrong Modport or Direction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Forgetting to import Package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 with Multiple Matches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first SystemVerilog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1800-2005) for RTL design: logic types,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module4/CHECKLIST.md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./scripts/module4.sh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