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docs/MODULE4.md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docs/MODULE4.md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module4/EXAMPLES.md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module4/examples/data_types/README.md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module4/examples/data_types/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module4/examples/logic_ports/README.md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module4/examples/logic_ports/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module4/examples/always_latch/README.md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module4/examples/always_latch/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module4/examples/one_driver_logic/README.md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module4/examples/one_driver_logic/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module4/examples/typedef_sv/README.md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module4/examples/typedef_sv/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module4/examples/interfaces/README.md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module4/examples/interfaces/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module4/examples/packages/README.md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module4/examples/packages/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module4/examples/package_typedef/README.md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module4/examples/package_typedef/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module4/examples/case_unique_priority/README.md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module4/examples/case_unique_priority/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module4/examples/priority_case/README.md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module4/examples/priority_case/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module4/examples/migration/README.md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module4/examples/migration/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MODULE4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4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1800-2005 (SystemVerilog Design Subset)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1800-2005) for RTL design: logic types,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first SystemVerilog standard (IEEE 1800-2005) for RTL design: logic types, always_comb/always_ff, interfaces, packages, and...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1800-2005, the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standard. It extends Verilog (IEEE 1…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4.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`module4/`.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`module4/EXAMPLES.md`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`./scripts/module4.sh`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`module4/CHECKLIST.md`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(module4/)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SystemVerilog module — 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 and design subset focus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replaces wire/reg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single-driver RTL in most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 / always_ff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always_latch —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intent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packages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connectivity and shared types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(module4/)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scripts/module4.sh — requires simulator with 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SystemVerilog design layering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hold typedefs,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constants, functions — import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bundle signals;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modports define direction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 infers sensitivity;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always_ff targets flip-flops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unique/priority case —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 for full case checking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File and compilation units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.sv extension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to the tool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before import;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modport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verification_architecture.png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still drives DUT via ports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4: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logic ports and always_comb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always_comb and always_ff - IEEE 1800-2005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Combinational: always_comb (inferred sensitivity). Sequential: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always_ff (one clock).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always_comb_ff_demo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clk,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rst_n,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      d,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      y_comb,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      z_comb,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      q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Interface + modport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Interface and modports - IEEE 1800-2005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One bundle; modports define direction per role.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interface simple_bus_if;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[7:0] data;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       valid;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       ready;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       clk;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       rst_n;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modport master (output data, valid, input ready, clk, rst_n);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modport slave  (input data, valid, output ready, input clk, rst_n);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endinterface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module4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module4/examples/logic_ports/logic_ports.sv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module4/examples/procedural/always_comb_ff.sv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module4/examples/interfaces/bus_if_example.sv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module4/examples/packages/pkg_util.sv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scripts/module4.sh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Running SystemVerilog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cd module4/examples/&lt;name&gt;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clean &amp;&amp; make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./scripts/module4.sh —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module; some labs need full 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supports subset; 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build.log if a feature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unsupported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What to check in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ports compile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separate wire/reg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 blocks reject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clock/reset inside (tool error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examples connect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modport, not dozens of scalar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Package import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Package and import - IEEE 1800-2005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Shared types, parameters, functions.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package pkg_util;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parameter int WIDTH = 8;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typedef logic [WIDTH-1:0] word_t;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function automatic logic [7:0] parity(input logic [31:0] v);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parity = ^v;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endpackage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alu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[31:0]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1800-2005 Adds Over 1364-2005 (Design Subset)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Single type for single-driver nets/variables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(replaces wire/reg in most RTL)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2-state types: `bit`, `int`, `byte`, etc. (mainly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testbenches; some RTL use)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always_comb, always_ff, always_latch: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blocks with tool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modports: Bundle signals and define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direction per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1800-2005 Adds Over 1364-2005 (Design Subset)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and import: Shared types, constants,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 across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case: Standard semantics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 statements (no tool-specific attributes)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`inside`, wildcard `==?`, and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enhancements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Classes, assertions (SVA), coverage,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 (covered in later modules or other courses)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This Module Emphasizes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Design/RTL: logic, always_comb/always_ff,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interfaces, packages, unique/priority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 in depth: Classes, SVA, coverage, 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(those are verification-focused)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Relation to 1364-2005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(Verilog) is a subset of 1800-2005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(SystemVerilog).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 1364-2005 RTL is valid 1800-2005 RTL; you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migrate incrementally (e.g. wire→logic, always…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logic (4-State, Single Driver)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Replaces `wire` and `reg` when there is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 driver; can be used in both continuous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Rule: A `logic` variable must have exactly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(one assign, or one always block, or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4-state: 0, 1, X, Z (same as wire/reg).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Ports: `input logic`, `output logic`; no need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choose wire vs reg for single-driver 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logic (4-State, Single Driver)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Internal: Use `logic` for single-driver signals;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`wire` only when needed (e.g. multiple drivers…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bit and 2-State Types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bit: 2-state (0, 1); no X or Z. Often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and for indices.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int, byte, shortint, longint: Integer types; 2-state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unless declared with a 4-state base.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Optional (e.g. loop indices,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parameters); many RTL designs use `logic`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`integer`/`r…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always_comb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Combinational logic; no storage; outputs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function of inputs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Automatically inferred (like `always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@*`); must not contain latches.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Simulator/synthesis can warn if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 implies storage or is sensitive to clock edge…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 over `always @*` when the tool supports it: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intent and better checking.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always_ff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Sequential logic (flip-flops);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assignment (`&lt;=`)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Must list exactly one clock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async reset); no other event controls.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Can warn if blocking assignment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sensitivity is 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always_latch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Explicit latch (level-sensitive storage).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sparingly; usually latches are unintended.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When: When a latch is truly intended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transparent latch); otherwise use always_comb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Prefer always_comb or always_ff;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always_latch only when a latch is desired.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Interface 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Declared once inside the interface; 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 all modules that use it.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modport: Defines a view (direction) for a given role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master sees data as output, slave sees 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Using an Interface in a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Port: Single interface port with a modport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`bus_if.master bus`).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Access: `bus.signal_name`; direction is enforced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modport.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Top-Level 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interface instance: Connects master and slave;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long port lists.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Package 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Contents: parameter, localparam, typedef, function,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task, etc. (no always blocks).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Scope: Items are in namespace `pkg_util::`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Import and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pkg_util::*: Import all names from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package (can cause name clashes).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pkg_util::item: Import specific items; safer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many packages are 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unique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At most one case item must match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runtime; if none or more than one matches,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 guarantees at most one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 encoding, mutually exclusive condit…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parallel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logic; no inferred priority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priority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The first matching item has priority;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item matches, a runtime error can be reporte…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priority order is intended (e.g. interrupt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mask).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a priority chain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(if-then-else or similar).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1800-2005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Single type for single-driver nets/variables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(replaces wire/reg in most RTL)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2-state types: `bit`, `int`, `byte`, etc. (mainly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testbenches; some RTL use)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always_comb, always_ff, always_latch: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blocks with tool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and modports: Bundle signals and define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direction per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and import: Shared types, constants,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 across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case, priority case: Standard semantics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 statements (no tool-specific attributes)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1800-2005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`inside`, wildcard `==?`, and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enhancements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Classes, assertions (SVA), coverage,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 (covered in later modules or other courses)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Design/RTL: logic, always_comb/always_ff,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interfaces, packages, unique/priority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 in depth: Classes, SVA, coverage, 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(those are verification-focused)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(Verilog) is a subset of 1800-2005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(SystemVerilog).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 1364-2005 RTL is valid 1800-2005 RTL; you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migrate incrementally (e.g. wire→logic, always…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logic and 2-State Types (1800)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logic: Replaces `wire` and `reg` when there is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 driver; can be used in both continuous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Rule: A `logic` variable must have exactly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(one assign, or one always block, or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4-state: 0, 1, X, Z (same as wire/reg).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Ports: `input logic`, `output logic`; no need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choose wire vs reg for single-driver ports.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Internal: Use `logic` for single-driver signals;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`wire` only when needed (e.g. multiple drivers…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bit: 2-state (0, 1); no X or Z. Often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and for indices.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logic and 2-State Types (1800)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int, byte, shortint, longint: Integer types; 2-state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unless declared with a 4-state base.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Optional (e.g. loop indices,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parameters); many RTL designs use `logic`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`integer`/`r…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always_comb, always_ff, always_latch (1800)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Combinational logic; no storage; outputs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function of inputs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Automatically inferred (like `always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@*`); must not contain latches.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Simulator/synthesis can warn if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 implies storage or is sensitive to clock edge…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 over `always @*` when the tool supports it: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intent and better checking.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Sequential logic (flip-flops);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assignment (`&lt;=`)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Sensitivity: Must list exactly one clock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async reset); no other event controls.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always_comb, always_ff, always_latch (1800)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 check: Can warn if blocking assignment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sensitivity is used.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Explicit latch (level-sensitive storage).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sparingly; usually latches are unintended.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When: When a latch is truly intended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transparent latch); otherwise use always_comb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Prefer always_comb or always_ff;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always_latch only when a latch is desired.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Interfaces and Modports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Declared once inside the interface; 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 all modules that use it.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modport: Defines a view (direction) for a given role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master sees data as output, slave sees 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Port: Single interface port with a modport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`bus_if.master bus`).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Access: `bus.signal_name`; direction is enforced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modport.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interface instance: Connects master and slave;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long port lists.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Packages and import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Contents: parameter, localparam, typedef, function,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task, etc. (no always blocks).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Scope: Items are in namespace `pkg_util::`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pkg_util::*: Import all names from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package (can cause name clashes).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pkg_util::item: Import specific items; safer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many packages are 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unique case and priority case (1800)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At most one case item must match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runtime; if none or more than one matches,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 guarantees at most one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 encoding, mutually exclusive condit…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parallel priority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logic; no inferred priority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Semantics: The first matching item has priority;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item matches, a runtime error can be reporte…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priority order is intended (e.g. interrupt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mask).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Can be implemented as a priority chain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(if-then-else or similar).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Comparison: 1364-2005 vs 1800-2005 (Design)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docs/MODULE4.md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4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4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logic for ports and internal single-driver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driver for logic; 4-state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logic for ports and internal single-driver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module4/examples/data_types &amp;&amp; make clean &amp;&amp; make run</a:t>
            </a:r>
          </a:p>
        </p:txBody>
      </p:sp>
      <p:pic>
        <p:nvPicPr>
          <p:cNvPr id="4" name="Picture 3" descr="ex01_data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All ports logic (mux, adder); no wire/reg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 and always_comb can drive output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All ports logic (mux, adder); no wire/reg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module4/examples/logic_ports &amp;&amp; make clean &amp;&amp; make run</a:t>
            </a:r>
          </a:p>
        </p:txBody>
      </p:sp>
      <p:pic>
        <p:nvPicPr>
          <p:cNvPr id="4" name="Picture 3" descr="ex02_logic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Combinational with always_comb; sequential with always_ff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intent; tool checks; no latch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Combinational with always_comb; sequential with always_ff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module4/examples/procedural &amp;&amp; make clean &amp;&amp; make run</a:t>
            </a:r>
          </a:p>
        </p:txBody>
      </p:sp>
      <p:pic>
        <p:nvPicPr>
          <p:cNvPr id="4" name="Picture 3" descr="ex03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Explicit latch when intended (e.g. transparent latch)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when latch is desired; prefer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always_comb/always_ff otherwise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Explicit latch when intended (e.g. transparent latch)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module4/examples/always_latch &amp;&amp; make clean &amp;&amp; make run</a:t>
            </a:r>
          </a:p>
        </p:txBody>
      </p:sp>
      <p:pic>
        <p:nvPicPr>
          <p:cNvPr id="4" name="Picture 3" descr="ex04_always_l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Single assign to one output; single always_ff to another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must have exactly one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Single assign to one output; single always_ff to another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module4/examples/one_driver_logic &amp;&amp; make clean &amp;&amp; make run</a:t>
            </a:r>
          </a:p>
        </p:txBody>
      </p:sp>
      <p:pic>
        <p:nvPicPr>
          <p:cNvPr id="4" name="Picture 3" descr="ex05_one_driv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typedef in module (e.g. byte_t = logic [7:0])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User-defined types for clarity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typedef in module (e.g. byte_t = logic [7:0])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module4/examples/typedef_sv &amp;&amp; make clean &amp;&amp; make run</a:t>
            </a:r>
          </a:p>
        </p:txBody>
      </p:sp>
      <p:pic>
        <p:nvPicPr>
          <p:cNvPr id="4" name="Picture 3" descr="ex06_typedef_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Interface definition, modports, connection in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bundle per connection; direction per modport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Interface definition, modports, connection in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module4/examples/interfaces &amp;&amp; make clean &amp;&amp; make run</a:t>
            </a:r>
          </a:p>
        </p:txBody>
      </p:sp>
      <p:pic>
        <p:nvPicPr>
          <p:cNvPr id="4" name="Picture 3" descr="ex07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Package with types/params/functions; import in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Namespace; wildcard vs specific import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 with types/params/functions; import in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module4/examples/packages &amp;&amp; make clean &amp;&amp; make run</a:t>
            </a:r>
          </a:p>
        </p:txBody>
      </p:sp>
      <p:pic>
        <p:nvPicPr>
          <p:cNvPr id="4" name="Picture 3" descr="ex08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Package with typedef and min_word function; import in ALU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types and helpers across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 with typedef and min_word function; import in ALU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module4/examples/package_typedef &amp;&amp; make clean &amp;&amp; make run</a:t>
            </a:r>
          </a:p>
        </p:txBody>
      </p:sp>
      <p:pic>
        <p:nvPicPr>
          <p:cNvPr id="4" name="Picture 3" descr="ex09_package_type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unique case (at most one match); priority case (first mat…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semantics; synthesis and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unique case (at most one match); priority case (first match)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module4/examples/case_unique_priority &amp;&amp; make clean &amp;&amp; make run</a:t>
            </a:r>
          </a:p>
        </p:txBody>
      </p:sp>
      <p:pic>
        <p:nvPicPr>
          <p:cNvPr id="4" name="Picture 3" descr="ex10_case_unique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11: Arbiter with priority case (first req wins)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case for arbiter, interrupt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Arbiter with priority case (first req wins)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module4/examples/priority_case &amp;&amp; make clean &amp;&amp; make run</a:t>
            </a:r>
          </a:p>
        </p:txBody>
      </p:sp>
      <p:pic>
        <p:nvPicPr>
          <p:cNvPr id="4" name="Picture 3" descr="ex11_priority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12: Same small design in 1364-2005 style vs 1800-2005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wire/reg→logic, always @*→always_comb,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@(posedge clk)→always_ff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small design in 1364-2005 style vs 1800-2005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module4/examples/migration &amp;&amp; make clean &amp;&amp; make run</a:t>
            </a:r>
          </a:p>
        </p:txBody>
      </p:sp>
      <p:pic>
        <p:nvPicPr>
          <p:cNvPr id="4" name="Picture 3" descr="ex12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Multiple Drivers 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Driving the same logic from two assign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statements or two always blocks.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logic allows only one driver;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drivers are illegal or undefined.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one assign or one always per logic;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drivers use wire (e.g. tri-state).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logic is for single-driver RTL; wire is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resolved (multi-driver) nets.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always_comb with Latched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Incomplete branches in always_comb (e.g.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default in case) and expecting no latch.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Tools may infer a latch or report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warning.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Assign every output in every path,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provide default before case.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always_comb is intended for pure combinational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logic; latches require always_latch if desired.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Wrong Modport or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Driving an input in a modport or reading 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 that is not in the modport.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Compiler or elaboration error; or wrong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connectivity.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the modport that matches the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role (master vs slave); check direction in the int…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Modports enforce direction; using the wrong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view breaks the contract.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Forgetting to import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a package type or function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Identifier not found; compile error.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Add `import pkg_name::*;` or `import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pkg_name::item;` before use.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Package names are in a separate namespace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unique case with Multiple Matches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Writing unique case when two items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 (e.g. overlapping or X in select).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Runtime error or undefined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unique case only when at most one item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 match; use default for catch-all; or use pr…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unique case has well-defined semantics;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violating them breaks verification and synthesis.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logic for single-driver nets and variables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always_comb for combinational logic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always_ff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Define and use interfaces with modports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bundled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Define packages and import them in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unique case and priority case with correct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Compare 1364-2005 and 1800-2005 design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migrate simple RTL from Verilog to SystemVe…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Decide when to adopt 1800 design features vs stay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1364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and always_comb/always_ff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Drivers 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always_comb with Latched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Wrong Modport or Direction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 import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 with Multiple 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SystemVerilog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1800-2005) for RTL design: logic types,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always_comb/a…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module4/CHECKLIST.md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module4/EXAMPLES.md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