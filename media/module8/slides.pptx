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module8/examples/construct_lookup/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module8/examples/course_map/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module8/examples/design_subset/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module8/examples/learning_path/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module8/examples/migration_steps/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module8/examples/pitfalls/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module8/examples/synthesizable_subset/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module8/examples/tool_support/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module8/examples/version_selection/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module8/examples/version_timeline/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Quick Reference and Course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Provide a single quick reference and course summary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Verilog and SystemVerilog across IEEE versi…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Provide a single quick reference and course summary for Verilog and SystemVerilog across IEEE versions (1364-1995 through 1800-2017).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is a **reference and summary** for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version-centric Verilog/SystemVerilog course (Mo…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DUT structure and key interfaces (see common_dut/rtl/).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Course knowledge architecture (not a new DUT)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8 is a meta-layer: maps Modules 1–7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standards, constructs, and learning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new RTL — architecture here is how reference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material is organized, not a chip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Sections: version timeline → construct-by-standard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design subset → migration → tool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Runnable examples (`module8/examples/`): each prints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one slice of the quick reference for terminal…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How design subsets relate across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Verilog-only path: Modules 1–3 (1364-1995 → 2001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2005) — `wire`/`reg`, `always @*`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design path: Modules 4–6 — `logic`,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`always_comb`/`always_ff`, interfaces, packages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path: Module 7 side-by-side pairs;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8 tables tie constructs to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Choosing a subset: project README should state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revision + allowed construct list from Module 8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tabl…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Reference-to-RTL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construct_lookup example: answers “which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introduced X?” — links study back to Modules 1–6 DU…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course_map example: module titles map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`docs/MODULEn.md` and `moduleN/dut/` where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applicable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synthesizable_subset example: do/avoid rules apply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all prior DUT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strategy without new testbenches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8 does not add tests — it documents how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when applying course knowledge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rule: after picking a standard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8 tables, run the owning module's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Migration rule: use Module 7 equivalence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whenever syntax changes under stable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Subset rule: CI/lint flags should match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Verilog-only vs SV-design subset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Lookup-driven test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Before using a construct, run construct_lookup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Section 2 table — note minimum module and revision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pitfalls example: common mistakes (wrong standard,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mixed subsets) become test-plan checklist items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version_selection example: document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simulator/synthesis flags next to chosen revision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 RE…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Closure and ongoing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learning_path example: ordered study 1→6, then 7;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 8 during real projects as guardrails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a new IEEE revision ships: add Module N, update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7 pairs and Module 8 tables — re-run al…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Golden rule: Module 8 guides *what* to run;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1–7 provide the actual tests and DUTs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Version Timeline (One 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docs/MODULE8.md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--check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Construct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module8/examples/construct_lookup &amp;&amp; make clean &amp;&amp; make run</a:t>
            </a:r>
          </a:p>
        </p:txBody>
      </p:sp>
      <p:pic>
        <p:nvPicPr>
          <p:cNvPr id="4" name="Picture 3" descr="ex01_construct_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Course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module8/examples/course_map &amp;&amp; make clean &amp;&amp; make run</a:t>
            </a:r>
          </a:p>
        </p:txBody>
      </p:sp>
      <p:pic>
        <p:nvPicPr>
          <p:cNvPr id="4" name="Picture 3" descr="ex02_cour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Design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module8/examples/design_subset &amp;&amp; make clean &amp;&amp; make run</a:t>
            </a:r>
          </a:p>
        </p:txBody>
      </p:sp>
      <p:pic>
        <p:nvPicPr>
          <p:cNvPr id="4" name="Picture 3" descr="ex03_design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module8/examples/learning_path &amp;&amp; make clean &amp;&amp; make run</a:t>
            </a:r>
          </a:p>
        </p:txBody>
      </p:sp>
      <p:pic>
        <p:nvPicPr>
          <p:cNvPr id="4" name="Picture 3" descr="ex04_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Migration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module8/examples/migration_steps &amp;&amp; make clean &amp;&amp; make run</a:t>
            </a:r>
          </a:p>
        </p:txBody>
      </p:sp>
      <p:pic>
        <p:nvPicPr>
          <p:cNvPr id="4" name="Picture 3" descr="ex05_migration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module8/examples/pitfalls &amp;&amp; make clean &amp;&amp; make run</a:t>
            </a:r>
          </a:p>
        </p:txBody>
      </p:sp>
      <p:pic>
        <p:nvPicPr>
          <p:cNvPr id="4" name="Picture 3" descr="ex06_pitf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Synthesizable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module8/examples/synthesizable_subset &amp;&amp; make clean &amp;&amp; make run</a:t>
            </a:r>
          </a:p>
        </p:txBody>
      </p:sp>
      <p:pic>
        <p:nvPicPr>
          <p:cNvPr id="4" name="Picture 3" descr="ex07_synthesizable_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Tool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module8/examples/tool_support &amp;&amp; make clean &amp;&amp; make run</a:t>
            </a:r>
          </a:p>
        </p:txBody>
      </p:sp>
      <p:pic>
        <p:nvPicPr>
          <p:cNvPr id="4" name="Picture 3" descr="ex08_tool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Version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module8/examples/version_selection &amp;&amp; make clean &amp;&amp; make run</a:t>
            </a:r>
          </a:p>
        </p:txBody>
      </p:sp>
      <p:pic>
        <p:nvPicPr>
          <p:cNvPr id="4" name="Picture 3" descr="ex09_version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Version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module8/examples/version_timeline &amp;&amp; make clean &amp;&amp; make run</a:t>
            </a:r>
          </a:p>
        </p:txBody>
      </p:sp>
      <p:pic>
        <p:nvPicPr>
          <p:cNvPr id="4" name="Picture 3" descr="ex10_vers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Lookup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Subset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 map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Assuming a construct is in an older standard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Mixing subsets without a rule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Skipping regression after migration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Forgetting tool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Treating this module as a replacement for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Provide a single quick reference and course summary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Verilog and SystemVerilog across IEEE versi…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./scripts/module8.sh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