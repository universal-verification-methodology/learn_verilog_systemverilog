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module8/examples/construct_lookup/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module8/examples/course_map/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module8/examples/design_subset/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module8/examples/learning_path/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module8/examples/migration_steps/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module8/examples/pitfalls/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module8/examples/synthesizable_subset/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module8/examples/tool_support/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module8/examples/version_selection/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module8/examples/version_timeline/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Quick Reference and Course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a single quick reference and course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Verilog and SystemVerilog across IEEE versi…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Provide a single quick reference and course summary for Verilog and SystemVerilog across IEEE versions (1364-1995 through 1800-2017).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is a **reference and summary** for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version-centric Verilog/SystemVerilog course (Mo…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Version Timeline (One Table)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docs/MODULE8.md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Construct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module8/examples/construct_lookup &amp;&amp; make clean &amp;&amp; make run</a:t>
            </a:r>
          </a:p>
        </p:txBody>
      </p:sp>
      <p:pic>
        <p:nvPicPr>
          <p:cNvPr id="4" name="Picture 3" descr="ex01_construct_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Course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module8/examples/course_map &amp;&amp; make clean &amp;&amp; make run</a:t>
            </a:r>
          </a:p>
        </p:txBody>
      </p:sp>
      <p:pic>
        <p:nvPicPr>
          <p:cNvPr id="4" name="Picture 3" descr="ex02_cours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Design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module8/examples/design_subset &amp;&amp; make clean &amp;&amp; make run</a:t>
            </a:r>
          </a:p>
        </p:txBody>
      </p:sp>
      <p:pic>
        <p:nvPicPr>
          <p:cNvPr id="4" name="Picture 3" descr="ex03_design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Learning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module8/examples/learning_path &amp;&amp; make clean &amp;&amp; make run</a:t>
            </a:r>
          </a:p>
        </p:txBody>
      </p:sp>
      <p:pic>
        <p:nvPicPr>
          <p:cNvPr id="4" name="Picture 3" descr="ex04_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module8/examples/migration_steps &amp;&amp; make clean &amp;&amp; make run</a:t>
            </a:r>
          </a:p>
        </p:txBody>
      </p:sp>
      <p:pic>
        <p:nvPicPr>
          <p:cNvPr id="4" name="Picture 3" descr="ex05_migra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module8/examples/pitfalls &amp;&amp; make clean &amp;&amp; make run</a:t>
            </a:r>
          </a:p>
        </p:txBody>
      </p:sp>
      <p:pic>
        <p:nvPicPr>
          <p:cNvPr id="4" name="Picture 3" descr="ex06_pitf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Synthesizable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module8/examples/synthesizable_subset &amp;&amp; make clean &amp;&amp; make run</a:t>
            </a:r>
          </a:p>
        </p:txBody>
      </p:sp>
      <p:pic>
        <p:nvPicPr>
          <p:cNvPr id="4" name="Picture 3" descr="ex07_synthesizable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Tool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module8/examples/tool_support &amp;&amp; make clean &amp;&amp; make run</a:t>
            </a:r>
          </a:p>
        </p:txBody>
      </p:sp>
      <p:pic>
        <p:nvPicPr>
          <p:cNvPr id="4" name="Picture 3" descr="ex08_tool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module8/examples/version_selection &amp;&amp; make clean &amp;&amp; make run</a:t>
            </a:r>
          </a:p>
        </p:txBody>
      </p:sp>
      <p:pic>
        <p:nvPicPr>
          <p:cNvPr id="4" name="Picture 3" descr="ex09_version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module8/examples/version_timeline &amp;&amp; make clean &amp;&amp; make run</a:t>
            </a:r>
          </a:p>
        </p:txBody>
      </p:sp>
      <p:pic>
        <p:nvPicPr>
          <p:cNvPr id="4" name="Picture 3" descr="ex10_vers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map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a construct is in an older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subsets without a rule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Skipping regression after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tool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Treating this module as a replacement for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a single quick reference and course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Verilog and SystemVerilog across IEEE versi…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./scripts/module8.sh --check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