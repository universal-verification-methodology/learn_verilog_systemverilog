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docs/MODULE8.md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docs/MODULE8.md — read guides before running demos.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while running module8/EXAMPLES.md labs.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Requires iverilog on PATH (apt install iverilog).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module8/examples/quick_ref/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module8/examples/version_timeline/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module8/examples/design_subset/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module8/examples/tool_support/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module8/examples/construct_lookup/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module8/examples/course_map/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module8/examples/migration_steps/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module8/examples/synthesizable_subset/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module8/examples/version_selection/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module8/examples/learning_path/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module8/examples/pitfalls/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MODULE8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2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2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2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8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Quick Reference and Course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a single quick reference and course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Verilog and SystemVerilog across IEEE versi…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Provide a single quick reference and course summary for Verilog and SystemVerilog across IEEE versions (1364-1995 through 1800-2017).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is a **reference and summary** for the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version-centric Verilog/SystemVerilog course (Mo…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How to learn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Skim this document — Goal, Overview, and Topics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Covered set the IEEE scope for Module 8.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Study design architecture — See how DUTs, examples,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testbenches fit together under `module8/`.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Work through labs in order — Open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`module8/EXAMPLES.md` and run each `make clean &amp;&amp;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make run` from…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the full module script — `./scripts/module8.sh`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from the repo root to simulate all examples and…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the exercises — Try each exercise in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 before reading solutions or peeking at…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Suggested learning path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as reference — Module 8 summarizes the full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course; run examples to print quick-reference slice…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Common Pitfalls — Can you explain each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mistake and the fix?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Self-check — Use `module8/CHECKLIST.md`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starting the next module.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Reference module layout (module8/)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new language — consolidates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Modules 1–7 into quick-reference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examples/ print version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timelines, migration reminders,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tool notes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after completing the course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as a lookup during real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projects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scripts/module8.sh — runs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 printouts, not new RTL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lessons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Course map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1–3 — Verilog-only path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(1995, 2001, 2005)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4–6 — SystemVerilog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design path (2005, 2009/12,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2017)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7 — comparison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migration between standards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 — this reference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 top of the version stack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How reference examples execute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Most labs $display tables 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cheat-sheet rows to stdout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new DUT hierarchy — output 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documentation you can grep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Pair with docs/MODULE8.md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full tables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One-page course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Module 8: Course map - module number, title, content summary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Reference only; see module8/docs/course_map.md for links.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top;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initial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 Module 8: Course map (Modules 1-8) 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 | IEEE 1364-1995    | Verilog-95: wire/reg,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assign, always/initial, explicit sensitivity");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2 | IEEE 1364-2001    | ANSI ports, always @*,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generate, signed, arrays, localparam");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3 | IEEE 1364-2005    | Clarifications,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synthesizable subset, defparam deprecated");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4 | IEEE 1800-2005    | logic,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always_comb/always_ff, interfaces, packages, unique/priority case");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5 | IEEE 1800-2009/12 | Interface refinements,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checkers, array/string methods, assertions");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Installation &amp; execution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to run this module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From repo root: ./scripts/module8.sh --check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validate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./scripts/module8.sh --demo — print demo commands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run locally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./scripts/module8.sh --scaffold —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~/unix_practice/ exercise files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Open module8/EXAMPLES.md — run each numbered lab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your terminal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Track progress with module8/CHECKLIST.md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moving 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Key files to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Open these in the repo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docs/MODULE8.md — master reference tables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module8/examples/version_timeline/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module8/examples/migration_steps/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module8/examples/course_map/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scripts/module8.sh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Using Module 8 as closure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Run ./scripts/module8.sh once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print all reference slices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Cross-check “which standard has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X?” against printed tables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Bookmark slides.pdf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MODULE8.md for day-to-day lookup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When to re-run labs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Re-run a specific Module 1–7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example when you need hands-on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refresh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Module 8 examples confirm you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know where to find detail, not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replace it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Version timeline printer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/*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Module 8: Version timeline - prints standard, year, role, module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 Reference only; see docs/MODULE8.md and module8/docs/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*/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module top;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initial begin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$display("=== Module 8: Version timeline ===");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1364-1995 | 1995 | First Verilog; base language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| Module 1");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1364-2001 | 2001 | ANSI, @*, generate, signed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| Module 2");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1364-2005 | 2005 | Last Verilog-only; defparam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deprecated  | Module 3");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1800-2005 | 2005 | First SystemVerilog; logic,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always_comb/ff | Module 4");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  $display("  1800-2009 | 2009 | Interface refinements;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clarifications   | Module 5");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Version Timeline (One Table)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docs/MODULE8.md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8 toolchain 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command -v iverilog &gt;/dev/null &amp;&amp; echo "Toolchain ready: $(iverilog</a:t>
            </a:r>
          </a:p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      -V 2&gt;&amp;1 | head -1)"</a:t>
            </a:r>
          </a:p>
        </p:txBody>
      </p:sp>
      <p:pic>
        <p:nvPicPr>
          <p:cNvPr id="4" name="Picture 3" descr="module8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One-page cheat sheet (version timeline, subsets, migration, ver…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 &amp;&amp; make clean &amp;&amp; make run</a:t>
            </a:r>
          </a:p>
        </p:txBody>
      </p:sp>
      <p:pic>
        <p:nvPicPr>
          <p:cNvPr id="4" name="Picture 3" descr="ex01_quick_r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timeline (standard, year, role, module)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module8/examples/version_timeline &amp;&amp; make clean &amp;&amp; make run</a:t>
            </a:r>
          </a:p>
        </p:txBody>
      </p:sp>
      <p:pic>
        <p:nvPicPr>
          <p:cNvPr id="4" name="Picture 3" descr="ex02_version_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Verilog-only vs SystemVerilog design subset (ports, types, comb…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module8/examples/design_subset &amp;&amp; make clean &amp;&amp; make run</a:t>
            </a:r>
          </a:p>
        </p:txBody>
      </p:sp>
      <p:pic>
        <p:nvPicPr>
          <p:cNvPr id="4" name="Picture 3" descr="ex03_design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Tool support summary (simulators, synthesis, lint, formal; Icar…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module8/examples/tool_support &amp;&amp; make clean &amp;&amp; make run</a:t>
            </a:r>
          </a:p>
        </p:txBody>
      </p:sp>
      <p:pic>
        <p:nvPicPr>
          <p:cNvPr id="4" name="Picture 3" descr="ex04_tool_sup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"Which standard has X?" for key constructs (logic, always_comb,…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module8/examples/construct_lookup &amp;&amp; make clean &amp;&amp; make run</a:t>
            </a:r>
          </a:p>
        </p:txBody>
      </p:sp>
      <p:pic>
        <p:nvPicPr>
          <p:cNvPr id="4" name="Picture 3" descr="ex05_construct_loo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Course map (Modules 1–8 with title and content summary)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module8/examples/course_map &amp;&amp; make clean &amp;&amp; make run</a:t>
            </a:r>
          </a:p>
        </p:txBody>
      </p:sp>
      <p:pic>
        <p:nvPicPr>
          <p:cNvPr id="4" name="Picture 3" descr="ex06_course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Migration steps (1995→2001, 1364→1800, 1800→1800) and rules of…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module8/examples/migration_steps &amp;&amp; make clean &amp;&amp; make run</a:t>
            </a:r>
          </a:p>
        </p:txBody>
      </p:sp>
      <p:pic>
        <p:nvPicPr>
          <p:cNvPr id="4" name="Picture 3" descr="ex07_migra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Synthesizable do/avoid (assign, always_comb/@*, single driver;…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module8/examples/synthesizable_subset &amp;&amp; make clean &amp;&amp; make run</a:t>
            </a:r>
          </a:p>
        </p:txBody>
      </p:sp>
      <p:pic>
        <p:nvPicPr>
          <p:cNvPr id="4" name="Picture 3" descr="ex08_synthesizable_sub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Version selection (match tools/IP, state one revision and subse…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module8/examples/version_selection &amp;&amp; make clean &amp;&amp; make run</a:t>
            </a:r>
          </a:p>
        </p:txBody>
      </p:sp>
      <p:pic>
        <p:nvPicPr>
          <p:cNvPr id="4" name="Picture 3" descr="ex09_version_sel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Learning path (1→…→6, then 7; use 8 as reference) and where to…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module8/examples/learning_path &amp;&amp; make clean &amp;&amp; make run</a:t>
            </a:r>
          </a:p>
        </p:txBody>
      </p:sp>
      <p:pic>
        <p:nvPicPr>
          <p:cNvPr id="4" name="Picture 3" descr="ex10_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Common pitfalls quick reference (construct table, subset rule,…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cd module8/examples/pitfalls &amp;&amp; make clean &amp;&amp; make run</a:t>
            </a:r>
          </a:p>
        </p:txBody>
      </p:sp>
      <p:pic>
        <p:nvPicPr>
          <p:cNvPr id="4" name="Picture 3" descr="ex11_pitfa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the version timeline and construct-by-standard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table to look up “which standard has X?”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the design-subset quick reference to choose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Verilog-only vs SystemVerilog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the migration quick reference and Module 7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checklists for migration and version selection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the course map to find which module covers 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given standard or topic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✓ Use this module as a single reference after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completing the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Lookup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Subset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Course map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Assuming a construct is in an older standard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Mixing subsets without a rule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Skipping regression after migration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Forgetting tool support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Treating this module as a replacement for Modules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1–7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Provide a single quick reference and course summary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Verilog and SystemVerilog across IEEE versi…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module8/CHECKLIST.md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module8/EXAMPLES.md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learn_verilog_systemverilog / Module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