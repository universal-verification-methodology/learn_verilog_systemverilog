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docs/MODULE3.md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module3/EXAMPLES.md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module3/examples/parameters/README.md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module3/examples/parameters/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module3/examples/no_defparam/README.md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module3/examples/no_defparam/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module3/examples/synthesizable/README.md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module3/examples/synthesizable/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module3/examples/one_driver/README.md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module3/examples/one_driver/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module3/examples/procedural/README.md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module3/examples/pipeline/README.md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module3/examples/pipeline/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module3/examples/case_styles/README.md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module3/examples/case_styles/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module3/examples/avoid_latch/README.md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module3/examples/avoid_latch/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module3/examples/function_synth/README.md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module3/examples/function_synth/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module3/examples/summary/README.md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module3/examples/summary/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MODULE3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4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5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3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1364-2005 (Verilog-2005)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final Verilog-only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1364-2005), its clarifications over 2001, and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final Verilog-only standard (IEEE 1364-2005), its clarifications over 2001, and the synthesizable subset as a stable baseline...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(Verilog-2005), the last standard that defines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alone…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3.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`module3/`.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`module3/EXAMPLES.md`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`./scripts/module3.sh`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`module3/CHECKLIST.md`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(module3/)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1364-2005 clarifications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deprecations over 2001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Focus: avoid defparam,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localparam, understand 2005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2001 deltas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module3/examples/ —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best-practice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scripts/module3.sh — run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2005-focused examples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Parameter and constant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localparam — named constants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inside module, not overridable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override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 #(.WIDTH(n))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preferred over defparam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2005 standard marks defparam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deprecated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Design intent unchanged from 2001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ANSI, @*, generate,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 as Module 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2005 adds LRM clarifications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 you already use stays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 labs show 2001 → 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style tweaks only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3: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3: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Parameter override at instantiation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Parameter override at instantiation - IEEE 1364-2005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No defparam (deprecated); use #(.PARAM(value)) at instantiation only.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adder #(parameter WIDTH = 8)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[WIDTH-1:0]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[WIDTH-1:0] 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wire [WIDTH-1:0]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assign y = a + b;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top;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[3:0] a4, b4;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[7:0] a8, b8;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module3/examples/&lt;example&gt;/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module3/examples/no_defparam/ — replace defparam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#()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module3/examples/parameters/ — parameter override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scripts/module3.sh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Execution and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run per example;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./scripts/module3.sh for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sweep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Watch for defparam warnings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running deprecated-style labs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Migration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Replace defparam with #()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 at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Confirm localparam names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across parent and child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Avoid defparam — use #() instead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No defparam - IEEE 1364-2005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defparam is deprecated; override only at instantiation.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This example shows correct hierarchy: parent passes parameter to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child at inst.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child #(parameter W = 4)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[W-1:0]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wire [W-1:0]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assign y =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parent #(parameter W = 4)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wire [W-1:0] a,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wire [W-1:0]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1364-2005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Verilog-only standard: No SystemVerilog (no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`logic`, interfaces, packages, classes).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Refined wording and examples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2001 features (e.g. generate, signed, scheduling).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Minor additions: Additional system tasks and small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syntax clarifications.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Stable baseline: Many synthesis and style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treat 1364-2005 as the Verilog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1364-2005 Adds or Clarifies Over 2001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blocking vs nonblocking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semantics, and generate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Additional or clarified tasks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`$realtime`, file I/O behavior).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Deprecations: e.g. defparam is deprecated (use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 parameter override instead).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Attributes: Clarified syntax and usage for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attributes.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1364-2005 Adds or Clarifies Over 2001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major new language features: The big step to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 is 1800 (Module 4).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1364-2005 Still Does Not Include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`always_comb`/`always_ff`,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classes, assertions…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interfaces or type parameters (those are 1800).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Why defparam Is Deprecated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Overrides a parameter deep in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outside; hard to trace and tool-dependent.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Preferred: Override at instantiation: `sub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#(.WIDTH(16)) u_sub (...);`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Correct Practice: Parameter Override at Instantiation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Do not use defparam in new RTL;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named parameter override in the instantiation.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Generally Synthesizable (RTL Subset)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Modules: ANSI ports, parameter, localparam.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Nets and variables: wire, reg (with correct usage).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assign: Combinational logic; single driver per net.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always: Combinational with `always @*`;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`always @(posedge clk)` (or negedge) and no…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Generally Synthesizable (RTL Subset)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generate: generate for, generate if/else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Operators: Arithmetic, logical, bitwise, relational,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shift, concatenation, conditional (`? :`).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/ casez / casex: With care (full case, parallel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case, or tool directives).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and functions: Without delays; used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or single-cycle helpers.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Generally Not Synthesizable (or Tool-Specific)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Delays: `#n` in RTL (used for testbenches only).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initial: Except for initialization of reg/mem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FPGAs (tool-dependent).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controls: `@(posedge clk)` is fine;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lists may not map.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Fork/join: Usually testbench-only.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Generally Not Synthesizable (or Tool-Specific)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e.g. `$display`, `$finish`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testbench/simulation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Pure latch inference: Unintended latches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incomplete case/if; use full case or default.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Best Practices for Synthesis (1364-2005)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Combinational: Use `always @*` and blocking `=`;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 all outputs in all branches (or default)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Sequential: Use `always @(posedge clk)`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optionally `negedge rst_n`) and nonblocking `&lt;=`; 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driver per net: No multiple assign to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wire; no multiple always driving the same reg in…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latches: In combinational always, cover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 or use a default assignment.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Rules of Thumb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always (`always @*`): Use 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`=`. Order of statements can matter (same simulati…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always (`always @(posedge clk)`):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nonblocking `&lt;=`. Order does not matter within the…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 not mix blocking and nonblocking for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variable in the same always block.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full_case (Tool-Dependent)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“Every possible case value is covered;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Often an attribute, e.g. `(* full_case *)`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tool-specific comment.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designer guarantees all cases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(e.g. one-hot state encoding).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parallel_case (Tool-Dependent)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“At most one case arm matches;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implemented as parallel mux.”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Often an attribute, e.g. `(* parallel_case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*)` or tool-specific.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at most one branch is true (e.g. one-hot);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misuse can hide bugs.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1364-2005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Final Verilog-only standard: No SystemVerilog (no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`logic`, interfaces, packages, classes).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Refined wording and examples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2001 features (e.g. generate, signed, scheduling).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Minor additions: Additional system tasks and small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syntax clarifications.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Stable baseline: Many synthesis and style guides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treat 1364-2005 as the Verilog baseline.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blocking vs nonblocking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semantics, and generate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Additional or clarified tasks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`$realtime`, file I/O behavior).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1364-2005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Deprecations: e.g. defparam is deprecated (use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 parameter override instead).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Attributes: Clarified syntax and usage for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attributes.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major new language features: The big step to new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 is 1800 (Module 4).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`always_comb`/`always_ff`,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classes, assertions…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interfaces or type parameters (those are 1800).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defparam Deprecation (2005)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Problem: Overrides a parameter deep in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outside; hard to trace and tool-dependent.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Preferred: Override at instantiation: `sub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#(.WIDTH(16)) u_sub (...);`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Do not use defparam in new RTL;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named parameter override in the instantiation.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 defparam Is Deprecated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 Practice: Parameter Override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Modules: ANSI ports, parameter, localparam.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Nets and variables: wire, reg (with correct usage).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assign: Combinational logic; single driver per net.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always: Combinational with `always @*`;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`always @(posedge clk)` (or negedge) and no…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generate: generate for, generate if/else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Operators: Arithmetic, logical, bitwise, relational,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shift, concatenation, conditional (`? :`).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/ casez / casex: With care (full case, parallel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case, or tool directives).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and functions: Without delays; used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or single-cycle helpers.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signed types and $signed/$unsigned 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supported by the tool.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Delays: `#n` in RTL (used for testbenches only).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initial: Except for initialization of reg/mem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FPGAs (tool-dependent).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controls: `@(posedge clk)` is fine;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event lists may not map.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Fork/join: Usually testbench-only.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e.g. `$display`, `$finish`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testbench/simulation only.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Pure latch inference: Unintended latches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incomplete case/if; use full case or default.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Combinational: Use `always @*` and blocking `=`;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 all outputs in all branches (or default)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Sequential: Use `always @(posedge clk)` (and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optionally `negedge rst_n`) and nonblocking `&lt;=`; 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driver per net: No multiple assign to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wire; no multiple always driving the same reg in…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Synthesizable Subset (1364-2005)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Avoid latches: In combinational always, cover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 or use a default assignment.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Blocking vs Nonblocking (Clarified in 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always (`always @*`): Use 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`=`. Order of statements can matter (same simulati…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always (`always @(posedge clk)`):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nonblocking `&lt;=`. Order does not matter within the…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 not mix blocking and nonblocking for the same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variable in the same always block.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Rules of Thumb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Full Case and Parallel Case (Synthesis Hints)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“Every possible case value is covered;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Often an attribute, e.g. `(* full_case *)`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tool-specific comment.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designer guarantees all cases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(e.g. one-hot state encoding).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Intent: “At most one case arm matches;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implemented as parallel mux.”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Often an attribute, e.g. `(* parallel_case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*)` or tool-specific.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at most one branch is true (e.g. one-hot);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misuse can hide bugs.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Summary: 1364 Evolution (1995 → 2001 → 2005)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docs/MODULE3.md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3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3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No defparam; override at instantiation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defparam deprecated; use `#(.PARAM(value))`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No defparam; override at instantiation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module3/examples/parameters &amp;&amp; make clean &amp;&amp; make run</a:t>
            </a:r>
          </a:p>
        </p:txBody>
      </p:sp>
      <p:pic>
        <p:nvPicPr>
          <p:cNvPr id="4" name="Picture 3" descr="ex01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Parameter passed through hierarchy (parent → child) at ins…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defparam anywhere; override only at inst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Parameter passed through hierarchy (parent → child) at instanti…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module3/examples/no_defparam &amp;&amp; make clean &amp;&amp; make run</a:t>
            </a:r>
          </a:p>
        </p:txBody>
      </p:sp>
      <p:pic>
        <p:nvPicPr>
          <p:cNvPr id="4" name="Picture 3" descr="ex02_no_def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Combinational (always @*, blocking) and sequential (posedg…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 driver per net; avoid latches; no delays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Combinational (always @*, blocking) and sequential (posedge clk…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module3/examples/synthesizable &amp;&amp; make clean &amp;&amp; make run</a:t>
            </a:r>
          </a:p>
        </p:txBody>
      </p:sp>
      <p:pic>
        <p:nvPicPr>
          <p:cNvPr id="4" name="Picture 3" descr="ex03_synthesiz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Single assign to wire; single always driving reg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multiple drivers per 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Single assign to wire; single always driving reg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module3/examples/one_driver &amp;&amp; make clean &amp;&amp; make run</a:t>
            </a:r>
          </a:p>
        </p:txBody>
      </p:sp>
      <p:pic>
        <p:nvPicPr>
          <p:cNvPr id="4" name="Picture 3" descr="ex04_one_dri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Side-by-side combinational vs sequential blocks with corre…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= in combinational; &lt;= in sequential; do not mix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Side-by-side combinational vs sequential blocks with correct as…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module3/examples/procedural &amp;&amp; make clean &amp;&amp; make run</a:t>
            </a:r>
          </a:p>
        </p:txBody>
      </p:sp>
      <p:pic>
        <p:nvPicPr>
          <p:cNvPr id="4" name="Picture 3" descr="ex05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Two-stage pipeline: q1 &lt;= d; q2 &lt;= q1 (nonblocking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q2 gets old q1 (previous cycle); sequential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Two-stage pipeline: q1 &lt;= d; q2 &lt;= q1 (nonblocking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module3/examples/pipeline &amp;&amp; make clean &amp;&amp; make run</a:t>
            </a:r>
          </a:p>
        </p:txBody>
      </p:sp>
      <p:pic>
        <p:nvPicPr>
          <p:cNvPr id="4" name="Picture 3" descr="ex0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full_case / parallel_case attributes (or tool pragmas) whe…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 hints only; 1364-2005 has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unique/priority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full_case / parallel_case attributes (or tool pragmas) where su…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module3/examples/case_styles &amp;&amp; make clean &amp;&amp; make run</a:t>
            </a:r>
          </a:p>
        </p:txBody>
      </p:sp>
      <p:pic>
        <p:nvPicPr>
          <p:cNvPr id="4" name="Picture 3" descr="ex07_case_sty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Default before case; all paths assign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latch from incomplete case/if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Default before case; all paths assign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module3/examples/avoid_latch &amp;&amp; make clean &amp;&amp; make run</a:t>
            </a:r>
          </a:p>
        </p:txBody>
      </p:sp>
      <p:pic>
        <p:nvPicPr>
          <p:cNvPr id="4" name="Picture 3" descr="ex08_avoid_l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Function without delays used in always @* (e.g.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helper; no delays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Function without delays used in always @* (e.g.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module3/examples/function_synth &amp;&amp; make clean &amp;&amp; make run</a:t>
            </a:r>
          </a:p>
        </p:txBody>
      </p:sp>
      <p:pic>
        <p:nvPicPr>
          <p:cNvPr id="4" name="Picture 3" descr="ex09_function_sy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10: Small design using only 1364-2005 features (no 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Checklist for “pure Verilog”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Small design using only 1364-2005 features (no 1800)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module3/examples/summary &amp;&amp; make clean &amp;&amp; make run</a:t>
            </a:r>
          </a:p>
        </p:txBody>
      </p:sp>
      <p:pic>
        <p:nvPicPr>
          <p:cNvPr id="4" name="Picture 3" descr="ex10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defparam in New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Overriding parameters with defparam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convenience.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defparam is deprecated in 1364-2005;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may warn or restrict.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Override at instantiation: `sub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#(.WIDTH(16)) u_sub (...);`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Clear, hierarchical parameter flow; better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synthesis and maintenance.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Mixing Blocking and Nonblocking for Same Variable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both `=` and `&lt;=` for the same reg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one always block.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Leads to simulation/synthesis mismatch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race conditions.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only `=` in combinational always;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`&lt;=` in sequential always for that variable.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1364-2005 semantics assume consistent use;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mixing is undefined in practice.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Assuming unique/priority case in 1364-2005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Writing `unique case` or `priority case`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(SystemVerilog) and expecting 1364-2005 tools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Those keywords are in IEEE 1800, not 1364.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full_case/parallel_case attributes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tool supports them; otherwise ensure full co…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Avoids tool errors and clarifies design intent.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Latches from Incomplete case/if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Combinational always with case or if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does not assign in all paths.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Synthesis infers a latch; simulation may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hold previous value.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Assign default before case, or cover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cases; avoid incomplete if/else.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Latches are rarely intended in synchronous RTL;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defaults avoid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SystemVerilog in “1364-2005”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`logic`, `always_comb`, or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while targeting “Verilog only.”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Those are 1800 (SystemVerilog);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does not define them.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wire/reg and always @* /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@(posedge clk) for strict 1364-2005.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Keeps tool and project consistently on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what 1364-2005 adds or clarifies over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1364-2001 (no major new constructs)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Avoid defparam and use instantiation parameter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override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Apply the synthesizable subset of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(combinational vs sequential, one driver,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latches)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blocking assignment in combinational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nonblocking in sequential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tool-supported full_case/parallel_case (or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equivalent) where appropriate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Summarize 1364 evolution (1995 → 2001 → 2005)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to stay Verilog-only vs adopt 1800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Remove defparam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Synthesizable Checklist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vs Nonblocking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and Latches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1364-2005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defparam in New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Blocking and Nonblocking for Same Variable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unique/priority case in 1364-2005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Latches from Incomplete case/if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SystemVerilog in “1364-2005”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final Verilog-only standard (IEEE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1364-2005), its clarifications over 2001, and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module3/CHECKLIST.md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module3/EXAMPLES.md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